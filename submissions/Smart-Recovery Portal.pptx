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oppins"/>
      <p:regular r:id="rId22"/>
      <p:bold r:id="rId23"/>
      <p:italic r:id="rId24"/>
      <p:boldItalic r:id="rId25"/>
    </p:embeddedFont>
    <p:embeddedFont>
      <p:font typeface="Urbanist Medium"/>
      <p:regular r:id="rId26"/>
      <p:bold r:id="rId27"/>
      <p:italic r:id="rId28"/>
      <p:boldItalic r:id="rId29"/>
    </p:embeddedFont>
    <p:embeddedFont>
      <p:font typeface="Urbanist"/>
      <p:regular r:id="rId30"/>
      <p:bold r:id="rId31"/>
      <p:italic r:id="rId32"/>
      <p:boldItalic r:id="rId33"/>
    </p:embeddedFont>
    <p:embeddedFont>
      <p:font typeface="Poppins Medium"/>
      <p:regular r:id="rId34"/>
      <p:bold r:id="rId35"/>
      <p:italic r:id="rId36"/>
      <p:boldItalic r:id="rId37"/>
    </p:embeddedFont>
    <p:embeddedFont>
      <p:font typeface="Poppins SemiBold"/>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italic.fntdata"/><Relationship Id="rId41" Type="http://schemas.openxmlformats.org/officeDocument/2006/relationships/font" Target="fonts/Poppi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bold.fntdata"/><Relationship Id="rId30" Type="http://schemas.openxmlformats.org/officeDocument/2006/relationships/font" Target="fonts/Urbanist-regular.fntdata"/><Relationship Id="rId33" Type="http://schemas.openxmlformats.org/officeDocument/2006/relationships/font" Target="fonts/Urbanist-boldItalic.fntdata"/><Relationship Id="rId32" Type="http://schemas.openxmlformats.org/officeDocument/2006/relationships/font" Target="fonts/Urbanist-italic.fntdata"/><Relationship Id="rId35" Type="http://schemas.openxmlformats.org/officeDocument/2006/relationships/font" Target="fonts/PoppinsMedium-bold.fntdata"/><Relationship Id="rId34" Type="http://schemas.openxmlformats.org/officeDocument/2006/relationships/font" Target="fonts/PoppinsMedium-regular.fntdata"/><Relationship Id="rId37" Type="http://schemas.openxmlformats.org/officeDocument/2006/relationships/font" Target="fonts/PoppinsMedium-boldItalic.fntdata"/><Relationship Id="rId36" Type="http://schemas.openxmlformats.org/officeDocument/2006/relationships/font" Target="fonts/PoppinsMedium-italic.fntdata"/><Relationship Id="rId39" Type="http://schemas.openxmlformats.org/officeDocument/2006/relationships/font" Target="fonts/PoppinsSemiBold-bold.fntdata"/><Relationship Id="rId38" Type="http://schemas.openxmlformats.org/officeDocument/2006/relationships/font" Target="fonts/PoppinsSemiBold-regular.fntdata"/><Relationship Id="rId20" Type="http://schemas.openxmlformats.org/officeDocument/2006/relationships/slide" Target="slides/slide15.xml"/><Relationship Id="rId22" Type="http://schemas.openxmlformats.org/officeDocument/2006/relationships/font" Target="fonts/Poppins-regular.fntdata"/><Relationship Id="rId21" Type="http://schemas.openxmlformats.org/officeDocument/2006/relationships/slide" Target="slides/slide16.xml"/><Relationship Id="rId24" Type="http://schemas.openxmlformats.org/officeDocument/2006/relationships/font" Target="fonts/Poppins-italic.fntdata"/><Relationship Id="rId23" Type="http://schemas.openxmlformats.org/officeDocument/2006/relationships/font" Target="fonts/Poppins-bold.fntdata"/><Relationship Id="rId26" Type="http://schemas.openxmlformats.org/officeDocument/2006/relationships/font" Target="fonts/UrbanistMedium-regular.fntdata"/><Relationship Id="rId25" Type="http://schemas.openxmlformats.org/officeDocument/2006/relationships/font" Target="fonts/Poppins-boldItalic.fntdata"/><Relationship Id="rId28" Type="http://schemas.openxmlformats.org/officeDocument/2006/relationships/font" Target="fonts/UrbanistMedium-italic.fntdata"/><Relationship Id="rId27" Type="http://schemas.openxmlformats.org/officeDocument/2006/relationships/font" Target="fonts/UrbanistMedium-bold.fntdata"/><Relationship Id="rId29" Type="http://schemas.openxmlformats.org/officeDocument/2006/relationships/font" Target="fonts/Urbanist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975dd8e3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975dd8e3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975dd8e3c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975dd8e3c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asking for approval to build and pilot Phase 1 of the Smart-Recovery Portal. The scope is deliberately narrow. We are not trying to automate everything; we are targeting the high-volume, rules-driven journeys that currently consume agent time without requiring their judgement. The case for doing this now is that the operational waste of the status quo is measurable and growing.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975dd8e3c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975dd8e3c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collections team is managing a high and growing volume of delinquent accounts through a process that was never designed for this scale. The waste is not small. 331 accounts are waiting for a plan whilst not repaying, and 142 broken promises are going unactioned for months. Every week that continues is recoverable revenue that is not being recovered. The current process does not scale. As volume grows, manual effort grows with 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75dd8e3c4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975dd8e3c4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Discovery confirmed three things. First, the data problem. There is no reliable single version of account status, which means agents and managers are working from different versions of the same spreadsheet, leading to duplicate contact and missed follow-ups.. Second, the follow-up problem. The current process has no mechanism for automatically following up and catching broken promises. This has led to broken promises sitting unactioned for up to 120 days. Third, the prioritisation problem. Agents are spending time on cases that a portal could resolve, at the expense of cases that genuinely need them.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975dd8e3c4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975dd8e3c4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opportunity on this slide was selected because it is high-volume and rules-driven and this means it can be automated without requiring human judgement.</a:t>
            </a:r>
            <a:endParaRPr/>
          </a:p>
          <a:p>
            <a:pPr indent="0" lvl="0" marL="0" rtl="0" algn="l">
              <a:spcBef>
                <a:spcPts val="0"/>
              </a:spcBef>
              <a:spcAft>
                <a:spcPts val="0"/>
              </a:spcAft>
              <a:buNone/>
            </a:pPr>
            <a:r>
              <a:rPr lang="en"/>
              <a:t>Automated payment processing: removes delinquent cases from the manual queue entirely for straightforward, low-risk accounts.</a:t>
            </a:r>
            <a:endParaRPr/>
          </a:p>
          <a:p>
            <a:pPr indent="0" lvl="0" marL="0" rtl="0" algn="l">
              <a:spcBef>
                <a:spcPts val="0"/>
              </a:spcBef>
              <a:spcAft>
                <a:spcPts val="0"/>
              </a:spcAft>
              <a:buClr>
                <a:schemeClr val="dk1"/>
              </a:buClr>
              <a:buSzPts val="1100"/>
              <a:buFont typeface="Arial"/>
              <a:buNone/>
            </a:pPr>
            <a:r>
              <a:rPr lang="en">
                <a:solidFill>
                  <a:schemeClr val="dk1"/>
                </a:solidFill>
              </a:rPr>
              <a:t>Automated interaction history: removes manual data entry risk and ensures every customer touchpoint is logged accurately in real time.</a:t>
            </a:r>
            <a:endParaRPr/>
          </a:p>
          <a:p>
            <a:pPr indent="0" lvl="0" marL="0" rtl="0" algn="l">
              <a:spcBef>
                <a:spcPts val="0"/>
              </a:spcBef>
              <a:spcAft>
                <a:spcPts val="0"/>
              </a:spcAft>
              <a:buClr>
                <a:schemeClr val="dk1"/>
              </a:buClr>
              <a:buSzPts val="1100"/>
              <a:buFont typeface="Arial"/>
              <a:buNone/>
            </a:pPr>
            <a:r>
              <a:rPr lang="en"/>
              <a:t>Automated PTP tracker: provides visibility over PTP cases and prevents them being stagnant for up to 120 days, triggers escalation automatically</a:t>
            </a:r>
            <a:endParaRPr/>
          </a:p>
          <a:p>
            <a:pPr indent="0" lvl="0" marL="0" rtl="0" algn="l">
              <a:spcBef>
                <a:spcPts val="0"/>
              </a:spcBef>
              <a:spcAft>
                <a:spcPts val="0"/>
              </a:spcAft>
              <a:buClr>
                <a:schemeClr val="dk1"/>
              </a:buClr>
              <a:buSzPts val="1100"/>
              <a:buFont typeface="Arial"/>
              <a:buNone/>
            </a:pPr>
            <a:r>
              <a:rPr lang="en"/>
              <a:t>Payment plan activation: in three months there are 331 stalled accounts many of those being straight forward cases which could be solved by customers selecting their own payment plan.</a:t>
            </a:r>
            <a:endParaRPr/>
          </a:p>
          <a:p>
            <a:pPr indent="0" lvl="0" marL="0" rtl="0" algn="l">
              <a:spcBef>
                <a:spcPts val="0"/>
              </a:spcBef>
              <a:spcAft>
                <a:spcPts val="0"/>
              </a:spcAft>
              <a:buNone/>
            </a:pPr>
            <a:r>
              <a:rPr lang="en"/>
              <a:t>Automated follow-ups: addresses the 15% revenue leak caused by missed or delayed follow-up appointments.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On assumptions: the strongest are the volume figures. The 331 stalled accounts and 142 overdue PTPs are confirmed from the delinquent accounts spreadsheet, so the scale of the problem is not in question. Where we are less certain is on agent time saved. The central assumption of the value case is that automating these journeys frees agents to focus on high-complexity cases. That is logical, but it has not been tested yet. Agents may find other ways to fill that time, the portal may generate new queries, or adoption may be slower than expected. This is the assumption that needs post-launch evidence to validate and support Phase 1 impact.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975dd8e3c4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975dd8e3c4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Everything in scope is rules-driven and can be built, tested, and governed without human judgement. I've also included portal outcome reporting from the start to give the business observable metrics early and satisfy the auditing requirement that financial stakeholders are looking for.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Everything out of scope requires contextual decision-making that automation cannot reliably replicate. Keeping this agent-led ensures the bank maintains regulatory compliance and avoids false positive errors that could occur with premature automation of complex legal statuses.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975dd8e3c4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975dd8e3c4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en"/>
              <a:t>Core journey: customer enters portal, verifies identity, views account summary, selects eligible action, receives confirmation or next steps</a:t>
            </a:r>
            <a:endParaRPr/>
          </a:p>
          <a:p>
            <a:pPr indent="-298450" lvl="0" marL="457200" rtl="0" algn="l">
              <a:lnSpc>
                <a:spcPct val="115000"/>
              </a:lnSpc>
              <a:spcBef>
                <a:spcPts val="0"/>
              </a:spcBef>
              <a:spcAft>
                <a:spcPts val="0"/>
              </a:spcAft>
              <a:buClr>
                <a:schemeClr val="dk1"/>
              </a:buClr>
              <a:buSzPts val="1100"/>
              <a:buChar char="●"/>
            </a:pPr>
            <a:r>
              <a:rPr lang="en"/>
              <a:t>Exception path: ineligible or complex cases routed to agent automatically with full interaction log, escalation reason, and account status</a:t>
            </a:r>
            <a:endParaRPr/>
          </a:p>
          <a:p>
            <a:pPr indent="-298450" lvl="0" marL="457200" rtl="0" algn="l">
              <a:lnSpc>
                <a:spcPct val="115000"/>
              </a:lnSpc>
              <a:spcBef>
                <a:spcPts val="0"/>
              </a:spcBef>
              <a:spcAft>
                <a:spcPts val="0"/>
              </a:spcAft>
              <a:buClr>
                <a:schemeClr val="dk1"/>
              </a:buClr>
              <a:buSzPts val="1100"/>
              <a:buChar char="●"/>
            </a:pPr>
            <a:r>
              <a:rPr lang="en"/>
              <a:t>Reporting: every stage transition logged automatically, visible to managers in real time</a:t>
            </a:r>
            <a:endParaRPr/>
          </a:p>
          <a:p>
            <a:pPr indent="-298450" lvl="0" marL="457200" rtl="0" algn="l">
              <a:lnSpc>
                <a:spcPct val="115000"/>
              </a:lnSpc>
              <a:spcBef>
                <a:spcPts val="0"/>
              </a:spcBef>
              <a:spcAft>
                <a:spcPts val="0"/>
              </a:spcAft>
              <a:buClr>
                <a:schemeClr val="dk1"/>
              </a:buClr>
              <a:buSzPts val="1100"/>
              <a:buChar char="●"/>
            </a:pPr>
            <a:r>
              <a:rPr lang="en"/>
              <a:t>Handoff point clearly marked. Agent receives case with full context, no reconstruction required.</a:t>
            </a:r>
            <a:endParaRPr/>
          </a:p>
          <a:p>
            <a:pPr indent="0" lvl="0" marL="0" rtl="0" algn="l">
              <a:lnSpc>
                <a:spcPct val="115000"/>
              </a:lnSpc>
              <a:spcBef>
                <a:spcPts val="1200"/>
              </a:spcBef>
              <a:spcAft>
                <a:spcPts val="0"/>
              </a:spcAft>
              <a:buClr>
                <a:schemeClr val="dk1"/>
              </a:buClr>
              <a:buSzPts val="1100"/>
              <a:buFont typeface="Arial"/>
              <a:buNone/>
            </a:pPr>
            <a:r>
              <a:rPr lang="en"/>
              <a:t>The workflow has two outcomes: self-service resolution or a clean handoff to an agent. The handoff is as important as the resolution. If an agent receives a routed case without context, they will distrust the system and work around it. The design ensures that every case that reaches a human arrives with everything that person needs to act immediately. Reporting is not retrofitted. It is built into every stage transition from day one.</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975dd8e3c4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975dd8e3c4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Stories prioritised, written with acceptance criteria and dependencies.</a:t>
            </a:r>
            <a:endParaRPr/>
          </a:p>
          <a:p>
            <a:pPr indent="0" lvl="0" marL="0" rtl="0" algn="l">
              <a:spcBef>
                <a:spcPts val="0"/>
              </a:spcBef>
              <a:spcAft>
                <a:spcPts val="0"/>
              </a:spcAft>
              <a:buNone/>
            </a:pPr>
            <a:r>
              <a:rPr lang="en"/>
              <a:t>This backlog is 15 user stories with defined acceptance criteria that a delivery team can pick up and act on. The prototype makes the customer journey visible to reviewers without requiring imagination. The three dependencies are flagged because they sit outside the delivery team's control and need confirming before build begins. None of them are blockers today, but all of them could become blockers if left unresolved.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975dd8e3c4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975dd8e3c4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Risk 1: Agents distrust routed case quality and revert to manual workarounds. Mitigation: UAT involvement before launch, handoff context specified in acceptance criteria.</a:t>
            </a:r>
            <a:endParaRPr/>
          </a:p>
          <a:p>
            <a:pPr indent="0" lvl="0" marL="0" rtl="0" algn="l">
              <a:spcBef>
                <a:spcPts val="0"/>
              </a:spcBef>
              <a:spcAft>
                <a:spcPts val="0"/>
              </a:spcAft>
              <a:buClr>
                <a:schemeClr val="dk1"/>
              </a:buClr>
              <a:buSzPts val="1100"/>
              <a:buFont typeface="Arial"/>
              <a:buNone/>
            </a:pPr>
            <a:r>
              <a:rPr lang="en"/>
              <a:t>Risk 2: Managers cannot see where work is going post-launch. Mitigation: reporting dashboard in Phase 1 scope, not Phase 2.</a:t>
            </a:r>
            <a:endParaRPr/>
          </a:p>
          <a:p>
            <a:pPr indent="0" lvl="0" marL="0" rtl="0" algn="l">
              <a:spcBef>
                <a:spcPts val="0"/>
              </a:spcBef>
              <a:spcAft>
                <a:spcPts val="0"/>
              </a:spcAft>
              <a:buClr>
                <a:schemeClr val="dk1"/>
              </a:buClr>
              <a:buSzPts val="1100"/>
              <a:buFont typeface="Arial"/>
              <a:buNone/>
            </a:pPr>
            <a:r>
              <a:rPr lang="en"/>
              <a:t>Risk 3: Leadership loses confidence before Phase 2 without structured evidence. Mitigation: success metrics defined now, reporting cadence agreed before launch.</a:t>
            </a:r>
            <a:endParaRPr/>
          </a:p>
          <a:p>
            <a:pPr indent="0" lvl="0" marL="0" rtl="0" algn="l">
              <a:spcBef>
                <a:spcPts val="0"/>
              </a:spcBef>
              <a:spcAft>
                <a:spcPts val="0"/>
              </a:spcAft>
              <a:buClr>
                <a:schemeClr val="dk1"/>
              </a:buClr>
              <a:buSzPts val="1100"/>
              <a:buFont typeface="Arial"/>
              <a:buNone/>
            </a:pPr>
            <a:r>
              <a:rPr lang="en"/>
              <a:t>All three mitigations are already reflected in scope or backlog.</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975dd8e3c4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975dd8e3c4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asking for approval to mobilise a pilot on a scope that is already defined, with a backlog that is already written and a prototype that is already reviewable. The three dependencies need owners assigned today. If they are confirmed within the week, we can begin backlog refinement immediately.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975dd8e3c4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975dd8e3c4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975dd8e3c4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975dd8e3c4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975dd8e3c4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975dd8e3c4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975dd8e3c4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975dd8e3c4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975dd8e3c4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975dd8e3c4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975dd8e3c4_0_8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975dd8e3c4_0_8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1">
    <p:spTree>
      <p:nvGrpSpPr>
        <p:cNvPr id="8" name="Shape 8"/>
        <p:cNvGrpSpPr/>
        <p:nvPr/>
      </p:nvGrpSpPr>
      <p:grpSpPr>
        <a:xfrm>
          <a:off x="0" y="0"/>
          <a:ext cx="0" cy="0"/>
          <a:chOff x="0" y="0"/>
          <a:chExt cx="0" cy="0"/>
        </a:xfrm>
      </p:grpSpPr>
      <p:sp>
        <p:nvSpPr>
          <p:cNvPr id="9" name="Google Shape;9;p2"/>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10" name="Google Shape;10;p2"/>
          <p:cNvSpPr/>
          <p:nvPr/>
        </p:nvSpPr>
        <p:spPr>
          <a:xfrm flipH="1">
            <a:off x="1350050" y="2493850"/>
            <a:ext cx="2836800" cy="2649600"/>
          </a:xfrm>
          <a:prstGeom prst="pie">
            <a:avLst>
              <a:gd fmla="val 21585343"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 name="Google Shape;11;p2"/>
          <p:cNvSpPr/>
          <p:nvPr/>
        </p:nvSpPr>
        <p:spPr>
          <a:xfrm flipH="1" rot="5400000">
            <a:off x="5850" y="3807650"/>
            <a:ext cx="2688900" cy="2700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p:nvPr/>
        </p:nvSpPr>
        <p:spPr>
          <a:xfrm>
            <a:off x="0" y="0"/>
            <a:ext cx="2768400" cy="26991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 name="Google Shape;13;p2"/>
          <p:cNvSpPr/>
          <p:nvPr/>
        </p:nvSpPr>
        <p:spPr>
          <a:xfrm>
            <a:off x="-100" y="2699025"/>
            <a:ext cx="1653900" cy="11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 name="Google Shape;14;p2"/>
          <p:cNvSpPr/>
          <p:nvPr/>
        </p:nvSpPr>
        <p:spPr>
          <a:xfrm>
            <a:off x="1653900" y="2701600"/>
            <a:ext cx="1114500" cy="11145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 name="Google Shape;15;p2"/>
          <p:cNvSpPr txBox="1"/>
          <p:nvPr>
            <p:ph idx="1" type="subTitle"/>
          </p:nvPr>
        </p:nvSpPr>
        <p:spPr>
          <a:xfrm>
            <a:off x="3236625" y="3183150"/>
            <a:ext cx="5430300" cy="6303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9pPr>
          </a:lstStyle>
          <a:p/>
        </p:txBody>
      </p:sp>
      <p:sp>
        <p:nvSpPr>
          <p:cNvPr id="16" name="Google Shape;16;p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 name="Google Shape;19;p3"/>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0" name="Google Shape;20;p3"/>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 name="Google Shape;21;p3"/>
          <p:cNvSpPr/>
          <p:nvPr/>
        </p:nvSpPr>
        <p:spPr>
          <a:xfrm flipH="1">
            <a:off x="284701"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 name="Google Shape;22;p3"/>
          <p:cNvSpPr/>
          <p:nvPr/>
        </p:nvSpPr>
        <p:spPr>
          <a:xfrm>
            <a:off x="927633" y="474750"/>
            <a:ext cx="14634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3" name="Google Shape;23;p3"/>
          <p:cNvSpPr/>
          <p:nvPr/>
        </p:nvSpPr>
        <p:spPr>
          <a:xfrm flipH="1">
            <a:off x="1322410"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 name="Google Shape;24;p3"/>
          <p:cNvSpPr/>
          <p:nvPr/>
        </p:nvSpPr>
        <p:spPr>
          <a:xfrm>
            <a:off x="2309186" y="474990"/>
            <a:ext cx="1399200" cy="4294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5" name="Google Shape;25;p3"/>
          <p:cNvSpPr/>
          <p:nvPr/>
        </p:nvSpPr>
        <p:spPr>
          <a:xfrm flipH="1">
            <a:off x="2685553" y="533157"/>
            <a:ext cx="4074000" cy="40740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 name="Google Shape;26;p3"/>
          <p:cNvSpPr txBox="1"/>
          <p:nvPr>
            <p:ph type="title"/>
          </p:nvPr>
        </p:nvSpPr>
        <p:spPr>
          <a:xfrm>
            <a:off x="3708375" y="1585475"/>
            <a:ext cx="5190300" cy="2031900"/>
          </a:xfrm>
          <a:prstGeom prst="rect">
            <a:avLst/>
          </a:prstGeom>
        </p:spPr>
        <p:txBody>
          <a:bodyPr anchorCtr="0" anchor="ctr" bIns="0" lIns="0" spcFirstLastPara="1" rIns="91425" wrap="square" tIns="0">
            <a:noAutofit/>
          </a:bodyPr>
          <a:lstStyle>
            <a:lvl1pPr lvl="0">
              <a:spcBef>
                <a:spcPts val="0"/>
              </a:spcBef>
              <a:spcAft>
                <a:spcPts val="0"/>
              </a:spcAft>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27" name="Google Shape;27;p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28" name="Shape 28"/>
        <p:cNvGrpSpPr/>
        <p:nvPr/>
      </p:nvGrpSpPr>
      <p:grpSpPr>
        <a:xfrm>
          <a:off x="0" y="0"/>
          <a:ext cx="0" cy="0"/>
          <a:chOff x="0" y="0"/>
          <a:chExt cx="0" cy="0"/>
        </a:xfrm>
      </p:grpSpPr>
      <p:sp>
        <p:nvSpPr>
          <p:cNvPr id="29" name="Google Shape;29;p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0" name="Google Shape;30;p4"/>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 name="Google Shape;31;p4"/>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 name="Google Shape;32;p4"/>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3" name="Google Shape;33;p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2">
    <p:spTree>
      <p:nvGrpSpPr>
        <p:cNvPr id="34" name="Shape 34"/>
        <p:cNvGrpSpPr/>
        <p:nvPr/>
      </p:nvGrpSpPr>
      <p:grpSpPr>
        <a:xfrm>
          <a:off x="0" y="0"/>
          <a:ext cx="0" cy="0"/>
          <a:chOff x="0" y="0"/>
          <a:chExt cx="0" cy="0"/>
        </a:xfrm>
      </p:grpSpPr>
      <p:sp>
        <p:nvSpPr>
          <p:cNvPr id="35" name="Google Shape;35;p5"/>
          <p:cNvSpPr txBox="1"/>
          <p:nvPr>
            <p:ph idx="1" type="subTitle"/>
          </p:nvPr>
        </p:nvSpPr>
        <p:spPr>
          <a:xfrm>
            <a:off x="286975" y="1143000"/>
            <a:ext cx="4429800" cy="513600"/>
          </a:xfrm>
          <a:prstGeom prst="rect">
            <a:avLst/>
          </a:prstGeom>
        </p:spPr>
        <p:txBody>
          <a:bodyPr anchorCtr="0" anchor="t" bIns="0" lIns="0" spcFirstLastPara="1" rIns="0" wrap="square" tIns="0">
            <a:normAutofit/>
          </a:bodyPr>
          <a:lstStyle>
            <a:lvl1pPr lvl="0">
              <a:spcBef>
                <a:spcPts val="0"/>
              </a:spcBef>
              <a:spcAft>
                <a:spcPts val="0"/>
              </a:spcAft>
              <a:buNone/>
              <a:defRPr sz="1100"/>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36" name="Google Shape;36;p5"/>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7" name="Google Shape;37;p5"/>
          <p:cNvSpPr txBox="1"/>
          <p:nvPr>
            <p:ph idx="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8" name="Google Shape;38;p5"/>
          <p:cNvSpPr txBox="1"/>
          <p:nvPr>
            <p:ph idx="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9" name="Google Shape;39;p5"/>
          <p:cNvSpPr txBox="1"/>
          <p:nvPr>
            <p:ph idx="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 name="Google Shape;40;p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oadmap">
  <p:cSld name="BLANK_1_1_1_1_1_2_1">
    <p:spTree>
      <p:nvGrpSpPr>
        <p:cNvPr id="41" name="Shape 41"/>
        <p:cNvGrpSpPr/>
        <p:nvPr/>
      </p:nvGrpSpPr>
      <p:grpSpPr>
        <a:xfrm>
          <a:off x="0" y="0"/>
          <a:ext cx="0" cy="0"/>
          <a:chOff x="0" y="0"/>
          <a:chExt cx="0" cy="0"/>
        </a:xfrm>
      </p:grpSpPr>
      <p:sp>
        <p:nvSpPr>
          <p:cNvPr id="42" name="Google Shape;42;p6"/>
          <p:cNvSpPr txBox="1"/>
          <p:nvPr>
            <p:ph idx="1" type="subTitle"/>
          </p:nvPr>
        </p:nvSpPr>
        <p:spPr>
          <a:xfrm>
            <a:off x="271250"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3pPr>
            <a:lvl4pPr lvl="3">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4pPr>
            <a:lvl5pPr lvl="4">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5pPr>
            <a:lvl6pPr lvl="5">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6pPr>
            <a:lvl7pPr lvl="6">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7pPr>
            <a:lvl8pPr lvl="7">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8pPr>
            <a:lvl9pPr lvl="8">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9pPr>
          </a:lstStyle>
          <a:p/>
        </p:txBody>
      </p:sp>
      <p:sp>
        <p:nvSpPr>
          <p:cNvPr id="43" name="Google Shape;43;p6"/>
          <p:cNvSpPr txBox="1"/>
          <p:nvPr>
            <p:ph idx="2" type="subTitle"/>
          </p:nvPr>
        </p:nvSpPr>
        <p:spPr>
          <a:xfrm>
            <a:off x="203059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1pPr>
            <a:lvl2pPr lvl="1">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2pPr>
            <a:lvl3pPr lvl="2">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3pPr>
            <a:lvl4pPr lvl="3">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4pPr>
            <a:lvl5pPr lvl="4">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5pPr>
            <a:lvl6pPr lvl="5">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6pPr>
            <a:lvl7pPr lvl="6">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7pPr>
            <a:lvl8pPr lvl="7">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8pPr>
            <a:lvl9pPr lvl="8">
              <a:spcBef>
                <a:spcPts val="0"/>
              </a:spcBef>
              <a:spcAft>
                <a:spcPts val="0"/>
              </a:spcAft>
              <a:buClr>
                <a:schemeClr val="accent3"/>
              </a:buClr>
              <a:buSzPts val="1000"/>
              <a:buFont typeface="Poppins SemiBold"/>
              <a:buNone/>
              <a:defRPr sz="1000">
                <a:solidFill>
                  <a:schemeClr val="accent3"/>
                </a:solidFill>
                <a:latin typeface="Poppins SemiBold"/>
                <a:ea typeface="Poppins SemiBold"/>
                <a:cs typeface="Poppins SemiBold"/>
                <a:sym typeface="Poppins SemiBold"/>
              </a:defRPr>
            </a:lvl9pPr>
          </a:lstStyle>
          <a:p/>
        </p:txBody>
      </p:sp>
      <p:sp>
        <p:nvSpPr>
          <p:cNvPr id="44" name="Google Shape;44;p6"/>
          <p:cNvSpPr txBox="1"/>
          <p:nvPr>
            <p:ph idx="3" type="subTitle"/>
          </p:nvPr>
        </p:nvSpPr>
        <p:spPr>
          <a:xfrm>
            <a:off x="379548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1pPr>
            <a:lvl2pPr lvl="1">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2pPr>
            <a:lvl3pPr lvl="2">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3pPr>
            <a:lvl4pPr lvl="3">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4pPr>
            <a:lvl5pPr lvl="4">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5pPr>
            <a:lvl6pPr lvl="5">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6pPr>
            <a:lvl7pPr lvl="6">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7pPr>
            <a:lvl8pPr lvl="7">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8pPr>
            <a:lvl9pPr lvl="8">
              <a:spcBef>
                <a:spcPts val="0"/>
              </a:spcBef>
              <a:spcAft>
                <a:spcPts val="0"/>
              </a:spcAft>
              <a:buClr>
                <a:schemeClr val="accent5"/>
              </a:buClr>
              <a:buSzPts val="1000"/>
              <a:buFont typeface="Poppins SemiBold"/>
              <a:buNone/>
              <a:defRPr sz="1000">
                <a:solidFill>
                  <a:schemeClr val="accent5"/>
                </a:solidFill>
                <a:latin typeface="Poppins SemiBold"/>
                <a:ea typeface="Poppins SemiBold"/>
                <a:cs typeface="Poppins SemiBold"/>
                <a:sym typeface="Poppins SemiBold"/>
              </a:defRPr>
            </a:lvl9pPr>
          </a:lstStyle>
          <a:p/>
        </p:txBody>
      </p:sp>
      <p:sp>
        <p:nvSpPr>
          <p:cNvPr id="45" name="Google Shape;45;p6"/>
          <p:cNvSpPr txBox="1"/>
          <p:nvPr>
            <p:ph idx="4" type="subTitle"/>
          </p:nvPr>
        </p:nvSpPr>
        <p:spPr>
          <a:xfrm>
            <a:off x="5556416"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46" name="Google Shape;46;p6"/>
          <p:cNvSpPr txBox="1"/>
          <p:nvPr>
            <p:ph idx="5" type="subTitle"/>
          </p:nvPr>
        </p:nvSpPr>
        <p:spPr>
          <a:xfrm>
            <a:off x="7318138" y="2269625"/>
            <a:ext cx="1508700" cy="302100"/>
          </a:xfrm>
          <a:prstGeom prst="rect">
            <a:avLst/>
          </a:prstGeom>
        </p:spPr>
        <p:txBody>
          <a:bodyPr anchorCtr="0" anchor="ctr" bIns="0" lIns="0" spcFirstLastPara="1" rIns="0" wrap="square" tIns="0">
            <a:normAutofit/>
          </a:bodyPr>
          <a:lstStyle>
            <a:lvl1pPr lvl="0">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1pPr>
            <a:lvl2pPr lvl="1">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2pPr>
            <a:lvl3pPr lvl="2">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3pPr>
            <a:lvl4pPr lvl="3">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4pPr>
            <a:lvl5pPr lvl="4">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5pPr>
            <a:lvl6pPr lvl="5">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6pPr>
            <a:lvl7pPr lvl="6">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7pPr>
            <a:lvl8pPr lvl="7">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8pPr>
            <a:lvl9pPr lvl="8">
              <a:spcBef>
                <a:spcPts val="0"/>
              </a:spcBef>
              <a:spcAft>
                <a:spcPts val="0"/>
              </a:spcAft>
              <a:buClr>
                <a:schemeClr val="accent6"/>
              </a:buClr>
              <a:buSzPts val="1000"/>
              <a:buFont typeface="Poppins SemiBold"/>
              <a:buNone/>
              <a:defRPr sz="1000">
                <a:solidFill>
                  <a:schemeClr val="accent6"/>
                </a:solidFill>
                <a:latin typeface="Poppins SemiBold"/>
                <a:ea typeface="Poppins SemiBold"/>
                <a:cs typeface="Poppins SemiBold"/>
                <a:sym typeface="Poppins SemiBold"/>
              </a:defRPr>
            </a:lvl9pPr>
          </a:lstStyle>
          <a:p/>
        </p:txBody>
      </p:sp>
      <p:sp>
        <p:nvSpPr>
          <p:cNvPr id="47" name="Google Shape;47;p6"/>
          <p:cNvSpPr txBox="1"/>
          <p:nvPr>
            <p:ph idx="6" type="body"/>
          </p:nvPr>
        </p:nvSpPr>
        <p:spPr>
          <a:xfrm>
            <a:off x="271250" y="3263085"/>
            <a:ext cx="1508700" cy="827100"/>
          </a:xfrm>
          <a:prstGeom prst="rect">
            <a:avLst/>
          </a:prstGeom>
        </p:spPr>
        <p:txBody>
          <a:bodyPr anchorCtr="0" anchor="t" bIns="0" lIns="0" spcFirstLastPara="1" rIns="0"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8" name="Google Shape;48;p6"/>
          <p:cNvSpPr txBox="1"/>
          <p:nvPr>
            <p:ph idx="7" type="body"/>
          </p:nvPr>
        </p:nvSpPr>
        <p:spPr>
          <a:xfrm>
            <a:off x="2028213"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49" name="Google Shape;49;p6"/>
          <p:cNvSpPr txBox="1"/>
          <p:nvPr>
            <p:ph idx="8" type="body"/>
          </p:nvPr>
        </p:nvSpPr>
        <p:spPr>
          <a:xfrm>
            <a:off x="3785175"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0" name="Google Shape;50;p6"/>
          <p:cNvSpPr txBox="1"/>
          <p:nvPr>
            <p:ph idx="9" type="body"/>
          </p:nvPr>
        </p:nvSpPr>
        <p:spPr>
          <a:xfrm>
            <a:off x="5542138"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1" name="Google Shape;51;p6"/>
          <p:cNvSpPr txBox="1"/>
          <p:nvPr>
            <p:ph idx="13" type="body"/>
          </p:nvPr>
        </p:nvSpPr>
        <p:spPr>
          <a:xfrm>
            <a:off x="7299100" y="3263085"/>
            <a:ext cx="1508700" cy="827100"/>
          </a:xfrm>
          <a:prstGeom prst="rect">
            <a:avLst/>
          </a:prstGeom>
        </p:spPr>
        <p:txBody>
          <a:bodyPr anchorCtr="0" anchor="t" bIns="0" lIns="0" spcFirstLastPara="1" rIns="91425" wrap="square" tIns="0">
            <a:noAutofit/>
          </a:bodyPr>
          <a:lstStyle>
            <a:lvl1pPr indent="-285750" lvl="0" marL="457200">
              <a:lnSpc>
                <a:spcPct val="100000"/>
              </a:lnSpc>
              <a:spcBef>
                <a:spcPts val="0"/>
              </a:spcBef>
              <a:spcAft>
                <a:spcPts val="0"/>
              </a:spcAft>
              <a:buSzPts val="900"/>
              <a:buChar char="●"/>
              <a:defRPr sz="900"/>
            </a:lvl1pPr>
            <a:lvl2pPr indent="-285750" lvl="1" marL="914400">
              <a:lnSpc>
                <a:spcPct val="100000"/>
              </a:lnSpc>
              <a:spcBef>
                <a:spcPts val="1000"/>
              </a:spcBef>
              <a:spcAft>
                <a:spcPts val="0"/>
              </a:spcAft>
              <a:buSzPts val="900"/>
              <a:buChar char="○"/>
              <a:defRPr sz="900"/>
            </a:lvl2pPr>
            <a:lvl3pPr indent="-285750" lvl="2" marL="1371600">
              <a:lnSpc>
                <a:spcPct val="100000"/>
              </a:lnSpc>
              <a:spcBef>
                <a:spcPts val="1000"/>
              </a:spcBef>
              <a:spcAft>
                <a:spcPts val="0"/>
              </a:spcAft>
              <a:buSzPts val="900"/>
              <a:buChar char="■"/>
              <a:defRPr sz="900"/>
            </a:lvl3pPr>
            <a:lvl4pPr indent="-285750" lvl="3" marL="1828800">
              <a:lnSpc>
                <a:spcPct val="100000"/>
              </a:lnSpc>
              <a:spcBef>
                <a:spcPts val="1000"/>
              </a:spcBef>
              <a:spcAft>
                <a:spcPts val="0"/>
              </a:spcAft>
              <a:buSzPts val="900"/>
              <a:buChar char="●"/>
              <a:defRPr sz="900"/>
            </a:lvl4pPr>
            <a:lvl5pPr indent="-285750" lvl="4" marL="2286000">
              <a:lnSpc>
                <a:spcPct val="100000"/>
              </a:lnSpc>
              <a:spcBef>
                <a:spcPts val="1000"/>
              </a:spcBef>
              <a:spcAft>
                <a:spcPts val="0"/>
              </a:spcAft>
              <a:buSzPts val="900"/>
              <a:buChar char="○"/>
              <a:defRPr sz="900"/>
            </a:lvl5pPr>
            <a:lvl6pPr indent="-285750" lvl="5" marL="2743200">
              <a:lnSpc>
                <a:spcPct val="100000"/>
              </a:lnSpc>
              <a:spcBef>
                <a:spcPts val="1000"/>
              </a:spcBef>
              <a:spcAft>
                <a:spcPts val="0"/>
              </a:spcAft>
              <a:buSzPts val="900"/>
              <a:buChar char="■"/>
              <a:defRPr sz="900"/>
            </a:lvl6pPr>
            <a:lvl7pPr indent="-285750" lvl="6" marL="3200400">
              <a:lnSpc>
                <a:spcPct val="100000"/>
              </a:lnSpc>
              <a:spcBef>
                <a:spcPts val="1000"/>
              </a:spcBef>
              <a:spcAft>
                <a:spcPts val="0"/>
              </a:spcAft>
              <a:buSzPts val="900"/>
              <a:buChar char="●"/>
              <a:defRPr sz="900"/>
            </a:lvl7pPr>
            <a:lvl8pPr indent="-285750" lvl="7" marL="3657600">
              <a:lnSpc>
                <a:spcPct val="100000"/>
              </a:lnSpc>
              <a:spcBef>
                <a:spcPts val="1000"/>
              </a:spcBef>
              <a:spcAft>
                <a:spcPts val="0"/>
              </a:spcAft>
              <a:buSzPts val="900"/>
              <a:buChar char="○"/>
              <a:defRPr sz="900"/>
            </a:lvl8pPr>
            <a:lvl9pPr indent="-285750" lvl="8" marL="4114800">
              <a:lnSpc>
                <a:spcPct val="100000"/>
              </a:lnSpc>
              <a:spcBef>
                <a:spcPts val="1000"/>
              </a:spcBef>
              <a:spcAft>
                <a:spcPts val="1000"/>
              </a:spcAft>
              <a:buSzPts val="900"/>
              <a:buChar char="■"/>
              <a:defRPr sz="900"/>
            </a:lvl9pPr>
          </a:lstStyle>
          <a:p/>
        </p:txBody>
      </p:sp>
      <p:sp>
        <p:nvSpPr>
          <p:cNvPr id="52" name="Google Shape;52;p6"/>
          <p:cNvSpPr txBox="1"/>
          <p:nvPr>
            <p:ph idx="14" type="subTitle"/>
          </p:nvPr>
        </p:nvSpPr>
        <p:spPr>
          <a:xfrm>
            <a:off x="271250"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3" name="Google Shape;53;p6"/>
          <p:cNvSpPr txBox="1"/>
          <p:nvPr>
            <p:ph idx="15" type="subTitle"/>
          </p:nvPr>
        </p:nvSpPr>
        <p:spPr>
          <a:xfrm>
            <a:off x="2030598" y="2737064"/>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4" name="Google Shape;54;p6"/>
          <p:cNvSpPr txBox="1"/>
          <p:nvPr>
            <p:ph idx="16" type="subTitle"/>
          </p:nvPr>
        </p:nvSpPr>
        <p:spPr>
          <a:xfrm>
            <a:off x="379548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5" name="Google Shape;55;p6"/>
          <p:cNvSpPr txBox="1"/>
          <p:nvPr>
            <p:ph idx="17" type="subTitle"/>
          </p:nvPr>
        </p:nvSpPr>
        <p:spPr>
          <a:xfrm>
            <a:off x="5556416"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6" name="Google Shape;56;p6"/>
          <p:cNvSpPr txBox="1"/>
          <p:nvPr>
            <p:ph idx="18" type="subTitle"/>
          </p:nvPr>
        </p:nvSpPr>
        <p:spPr>
          <a:xfrm>
            <a:off x="7318138" y="2737075"/>
            <a:ext cx="1508700" cy="338700"/>
          </a:xfrm>
          <a:prstGeom prst="rect">
            <a:avLst/>
          </a:prstGeom>
        </p:spPr>
        <p:txBody>
          <a:bodyPr anchorCtr="0" anchor="t" bIns="0" lIns="0" spcFirstLastPara="1" rIns="0" wrap="square" tIns="0">
            <a:norm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57" name="Google Shape;57;p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58" name="Google Shape;58;p6"/>
          <p:cNvSpPr txBox="1"/>
          <p:nvPr>
            <p:ph idx="1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59" name="Google Shape;59;p6"/>
          <p:cNvSpPr txBox="1"/>
          <p:nvPr>
            <p:ph idx="20"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0" name="Google Shape;60;p6"/>
          <p:cNvSpPr txBox="1"/>
          <p:nvPr>
            <p:ph idx="21"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61" name="Google Shape;61;p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hape">
  <p:cSld name="BLANK_1_1_1_1_1_1_1_2">
    <p:spTree>
      <p:nvGrpSpPr>
        <p:cNvPr id="62" name="Shape 62"/>
        <p:cNvGrpSpPr/>
        <p:nvPr/>
      </p:nvGrpSpPr>
      <p:grpSpPr>
        <a:xfrm>
          <a:off x="0" y="0"/>
          <a:ext cx="0" cy="0"/>
          <a:chOff x="0" y="0"/>
          <a:chExt cx="0" cy="0"/>
        </a:xfrm>
      </p:grpSpPr>
      <p:sp>
        <p:nvSpPr>
          <p:cNvPr id="63" name="Google Shape;63;p7"/>
          <p:cNvSpPr/>
          <p:nvPr/>
        </p:nvSpPr>
        <p:spPr>
          <a:xfrm>
            <a:off x="0" y="3859125"/>
            <a:ext cx="2004300" cy="128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4" name="Google Shape;64;p7"/>
          <p:cNvSpPr/>
          <p:nvPr/>
        </p:nvSpPr>
        <p:spPr>
          <a:xfrm flipH="1" rot="10800000">
            <a:off x="6571675" y="3851200"/>
            <a:ext cx="12708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5" name="Google Shape;65;p7"/>
          <p:cNvSpPr/>
          <p:nvPr/>
        </p:nvSpPr>
        <p:spPr>
          <a:xfrm flipH="1" rot="10800000">
            <a:off x="7217867" y="3851200"/>
            <a:ext cx="12825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6" name="Google Shape;66;p7"/>
          <p:cNvSpPr/>
          <p:nvPr/>
        </p:nvSpPr>
        <p:spPr>
          <a:xfrm rot="5400000">
            <a:off x="3193350" y="-1811400"/>
            <a:ext cx="2757600" cy="85743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67" name="Google Shape;67;p7"/>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lvl1pPr lvl="0" algn="ctr">
              <a:lnSpc>
                <a:spcPct val="90000"/>
              </a:lnSpc>
              <a:spcBef>
                <a:spcPts val="0"/>
              </a:spcBef>
              <a:spcAft>
                <a:spcPts val="0"/>
              </a:spcAft>
              <a:buClr>
                <a:schemeClr val="lt1"/>
              </a:buClr>
              <a:buSzPts val="40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p:txBody>
      </p:sp>
      <p:sp>
        <p:nvSpPr>
          <p:cNvPr id="68" name="Google Shape;68;p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69" name="Google Shape;69;p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70" name="Google Shape;70;p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71" name="Google Shape;71;p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_1">
    <p:spTree>
      <p:nvGrpSpPr>
        <p:cNvPr id="72" name="Shape 72"/>
        <p:cNvGrpSpPr/>
        <p:nvPr/>
      </p:nvGrpSpPr>
      <p:grpSpPr>
        <a:xfrm>
          <a:off x="0" y="0"/>
          <a:ext cx="0" cy="0"/>
          <a:chOff x="0" y="0"/>
          <a:chExt cx="0" cy="0"/>
        </a:xfrm>
      </p:grpSpPr>
      <p:sp>
        <p:nvSpPr>
          <p:cNvPr id="73" name="Google Shape;73;p8"/>
          <p:cNvSpPr txBox="1"/>
          <p:nvPr>
            <p:ph idx="1" type="subTitle"/>
          </p:nvPr>
        </p:nvSpPr>
        <p:spPr>
          <a:xfrm>
            <a:off x="284700" y="2574275"/>
            <a:ext cx="4287300" cy="408900"/>
          </a:xfrm>
          <a:prstGeom prst="rect">
            <a:avLst/>
          </a:prstGeom>
        </p:spPr>
        <p:txBody>
          <a:bodyPr anchorCtr="0" anchor="t" bIns="91425" lIns="0" spcFirstLastPara="1" rIns="91425" wrap="square" tIns="91425">
            <a:normAutofit/>
          </a:bodyPr>
          <a:lstStyle>
            <a:lvl1pPr lvl="0">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74" name="Google Shape;74;p8"/>
          <p:cNvSpPr/>
          <p:nvPr/>
        </p:nvSpPr>
        <p:spPr>
          <a:xfrm flipH="1" rot="5400000">
            <a:off x="6571675" y="2571675"/>
            <a:ext cx="5143500" cy="5143500"/>
          </a:xfrm>
          <a:prstGeom prst="pie">
            <a:avLst>
              <a:gd fmla="val 21589913"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5" name="Google Shape;75;p8"/>
          <p:cNvSpPr/>
          <p:nvPr/>
        </p:nvSpPr>
        <p:spPr>
          <a:xfrm flipH="1" rot="5400000">
            <a:off x="6571675" y="-8"/>
            <a:ext cx="5143500" cy="5143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76" name="Google Shape;76;p8"/>
          <p:cNvSpPr txBox="1"/>
          <p:nvPr>
            <p:ph type="title"/>
          </p:nvPr>
        </p:nvSpPr>
        <p:spPr>
          <a:xfrm>
            <a:off x="284700" y="474750"/>
            <a:ext cx="5622600" cy="17943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77" name="Google Shape;77;p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2">
    <p:spTree>
      <p:nvGrpSpPr>
        <p:cNvPr id="78" name="Shape 78"/>
        <p:cNvGrpSpPr/>
        <p:nvPr/>
      </p:nvGrpSpPr>
      <p:grpSpPr>
        <a:xfrm>
          <a:off x="0" y="0"/>
          <a:ext cx="0" cy="0"/>
          <a:chOff x="0" y="0"/>
          <a:chExt cx="0" cy="0"/>
        </a:xfrm>
      </p:grpSpPr>
      <p:sp>
        <p:nvSpPr>
          <p:cNvPr id="79" name="Google Shape;79;p9"/>
          <p:cNvSpPr txBox="1"/>
          <p:nvPr>
            <p:ph idx="1" type="body"/>
          </p:nvPr>
        </p:nvSpPr>
        <p:spPr>
          <a:xfrm>
            <a:off x="37965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0" name="Google Shape;80;p9"/>
          <p:cNvSpPr txBox="1"/>
          <p:nvPr>
            <p:ph idx="2" type="body"/>
          </p:nvPr>
        </p:nvSpPr>
        <p:spPr>
          <a:xfrm>
            <a:off x="225527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1" name="Google Shape;81;p9"/>
          <p:cNvSpPr txBox="1"/>
          <p:nvPr>
            <p:ph idx="3" type="body"/>
          </p:nvPr>
        </p:nvSpPr>
        <p:spPr>
          <a:xfrm>
            <a:off x="4130900"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2" name="Google Shape;82;p9"/>
          <p:cNvSpPr txBox="1"/>
          <p:nvPr>
            <p:ph idx="4" type="body"/>
          </p:nvPr>
        </p:nvSpPr>
        <p:spPr>
          <a:xfrm>
            <a:off x="6006525" y="3500000"/>
            <a:ext cx="1389300" cy="919200"/>
          </a:xfrm>
          <a:prstGeom prst="rect">
            <a:avLst/>
          </a:prstGeom>
        </p:spPr>
        <p:txBody>
          <a:bodyPr anchorCtr="0" anchor="t" bIns="91425" lIns="0" spcFirstLastPara="1" rIns="91425" wrap="square" tIns="91425">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83" name="Google Shape;83;p9"/>
          <p:cNvSpPr txBox="1"/>
          <p:nvPr>
            <p:ph type="title"/>
          </p:nvPr>
        </p:nvSpPr>
        <p:spPr>
          <a:xfrm>
            <a:off x="308784" y="1188147"/>
            <a:ext cx="7206000" cy="666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4" name="Google Shape;84;p9"/>
          <p:cNvSpPr txBox="1"/>
          <p:nvPr>
            <p:ph idx="5" type="subTitle"/>
          </p:nvPr>
        </p:nvSpPr>
        <p:spPr>
          <a:xfrm>
            <a:off x="308784" y="1922075"/>
            <a:ext cx="7206000" cy="510600"/>
          </a:xfrm>
          <a:prstGeom prst="rect">
            <a:avLst/>
          </a:prstGeom>
        </p:spPr>
        <p:txBody>
          <a:bodyPr anchorCtr="0" anchor="t" bIns="0" lIns="0" spcFirstLastPara="1" rIns="0" wrap="square" tIns="0">
            <a:norm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5" name="Google Shape;85;p9"/>
          <p:cNvSpPr txBox="1"/>
          <p:nvPr>
            <p:ph idx="6"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6" name="Google Shape;86;p9"/>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87" name="Google Shape;87;p9"/>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88" name="Google Shape;88;p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
  <p:cSld name="BLANK_1_1_1_1_1_1_1_1_1_1_1_2">
    <p:spTree>
      <p:nvGrpSpPr>
        <p:cNvPr id="89" name="Shape 89"/>
        <p:cNvGrpSpPr/>
        <p:nvPr/>
      </p:nvGrpSpPr>
      <p:grpSpPr>
        <a:xfrm>
          <a:off x="0" y="0"/>
          <a:ext cx="0" cy="0"/>
          <a:chOff x="0" y="0"/>
          <a:chExt cx="0" cy="0"/>
        </a:xfrm>
      </p:grpSpPr>
      <p:sp>
        <p:nvSpPr>
          <p:cNvPr id="90" name="Google Shape;90;p10"/>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1" name="Google Shape;91;p10"/>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2" name="Google Shape;92;p10"/>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3" name="Google Shape;93;p10"/>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4" name="Google Shape;94;p10"/>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95" name="Google Shape;95;p10"/>
          <p:cNvSpPr/>
          <p:nvPr>
            <p:ph idx="4" type="pic"/>
          </p:nvPr>
        </p:nvSpPr>
        <p:spPr>
          <a:xfrm>
            <a:off x="6364300" y="0"/>
            <a:ext cx="2779500" cy="3813600"/>
          </a:xfrm>
          <a:prstGeom prst="round2DiagRect">
            <a:avLst>
              <a:gd fmla="val 50000" name="adj1"/>
              <a:gd fmla="val 0" name="adj2"/>
            </a:avLst>
          </a:prstGeom>
          <a:noFill/>
          <a:ln>
            <a:noFill/>
          </a:ln>
        </p:spPr>
      </p:sp>
      <p:sp>
        <p:nvSpPr>
          <p:cNvPr id="96" name="Google Shape;96;p10"/>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97" name="Google Shape;97;p10"/>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98" name="Google Shape;98;p1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2">
  <p:cSld name="BLANK_1_1_1_1_1_1_1_1_1_1_1_2_1">
    <p:spTree>
      <p:nvGrpSpPr>
        <p:cNvPr id="99" name="Shape 99"/>
        <p:cNvGrpSpPr/>
        <p:nvPr/>
      </p:nvGrpSpPr>
      <p:grpSpPr>
        <a:xfrm>
          <a:off x="0" y="0"/>
          <a:ext cx="0" cy="0"/>
          <a:chOff x="0" y="0"/>
          <a:chExt cx="0" cy="0"/>
        </a:xfrm>
      </p:grpSpPr>
      <p:sp>
        <p:nvSpPr>
          <p:cNvPr id="100" name="Google Shape;100;p11"/>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1" name="Google Shape;101;p11"/>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2" name="Google Shape;102;p11"/>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3" name="Google Shape;103;p11"/>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04" name="Google Shape;104;p11"/>
          <p:cNvSpPr/>
          <p:nvPr>
            <p:ph idx="2" type="pic"/>
          </p:nvPr>
        </p:nvSpPr>
        <p:spPr>
          <a:xfrm>
            <a:off x="6335600" y="1231675"/>
            <a:ext cx="2808600" cy="2498700"/>
          </a:xfrm>
          <a:prstGeom prst="round1Rect">
            <a:avLst>
              <a:gd fmla="val 50000" name="adj"/>
            </a:avLst>
          </a:prstGeom>
          <a:noFill/>
          <a:ln>
            <a:noFill/>
          </a:ln>
        </p:spPr>
      </p:sp>
      <p:sp>
        <p:nvSpPr>
          <p:cNvPr id="105" name="Google Shape;105;p1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06" name="Google Shape;106;p11"/>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07" name="Google Shape;107;p11"/>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8" name="Google Shape;108;p11"/>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09" name="Google Shape;109;p11"/>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10" name="Google Shape;110;p1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3">
  <p:cSld name="BLANK_1_1_1_1_1_1_1_1_1_1_1_2_1_1">
    <p:spTree>
      <p:nvGrpSpPr>
        <p:cNvPr id="111" name="Shape 111"/>
        <p:cNvGrpSpPr/>
        <p:nvPr/>
      </p:nvGrpSpPr>
      <p:grpSpPr>
        <a:xfrm>
          <a:off x="0" y="0"/>
          <a:ext cx="0" cy="0"/>
          <a:chOff x="0" y="0"/>
          <a:chExt cx="0" cy="0"/>
        </a:xfrm>
      </p:grpSpPr>
      <p:sp>
        <p:nvSpPr>
          <p:cNvPr id="112" name="Google Shape;112;p1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13" name="Google Shape;113;p12"/>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grpSp>
        <p:nvGrpSpPr>
          <p:cNvPr id="114" name="Google Shape;114;p12"/>
          <p:cNvGrpSpPr/>
          <p:nvPr/>
        </p:nvGrpSpPr>
        <p:grpSpPr>
          <a:xfrm>
            <a:off x="6324521" y="8900"/>
            <a:ext cx="2848500" cy="6539200"/>
            <a:chOff x="6324521" y="8900"/>
            <a:chExt cx="2848500" cy="6539200"/>
          </a:xfrm>
        </p:grpSpPr>
        <p:sp>
          <p:nvSpPr>
            <p:cNvPr id="115" name="Google Shape;115;p12"/>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6" name="Google Shape;116;p12"/>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7" name="Google Shape;117;p12"/>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18" name="Google Shape;118;p12"/>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19" name="Google Shape;119;p12"/>
          <p:cNvSpPr/>
          <p:nvPr>
            <p:ph idx="4" type="pic"/>
          </p:nvPr>
        </p:nvSpPr>
        <p:spPr>
          <a:xfrm rot="10800000">
            <a:off x="6324525" y="0"/>
            <a:ext cx="2819400" cy="3715800"/>
          </a:xfrm>
          <a:prstGeom prst="round2SameRect">
            <a:avLst>
              <a:gd fmla="val 50000" name="adj1"/>
              <a:gd fmla="val 0" name="adj2"/>
            </a:avLst>
          </a:prstGeom>
          <a:noFill/>
          <a:ln>
            <a:noFill/>
          </a:ln>
        </p:spPr>
      </p:sp>
      <p:sp>
        <p:nvSpPr>
          <p:cNvPr id="120" name="Google Shape;120;p1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21" name="Google Shape;121;p1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22" name="Google Shape;122;p1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4">
  <p:cSld name="BLANK_1_1_1_1_1_1_1_1_1_1_1_2_1_1_1">
    <p:spTree>
      <p:nvGrpSpPr>
        <p:cNvPr id="123" name="Shape 123"/>
        <p:cNvGrpSpPr/>
        <p:nvPr/>
      </p:nvGrpSpPr>
      <p:grpSpPr>
        <a:xfrm>
          <a:off x="0" y="0"/>
          <a:ext cx="0" cy="0"/>
          <a:chOff x="0" y="0"/>
          <a:chExt cx="0" cy="0"/>
        </a:xfrm>
      </p:grpSpPr>
      <p:sp>
        <p:nvSpPr>
          <p:cNvPr id="124" name="Google Shape;124;p13"/>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5" name="Google Shape;125;p13"/>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6" name="Google Shape;126;p13"/>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27" name="Google Shape;127;p13"/>
          <p:cNvSpPr/>
          <p:nvPr>
            <p:ph idx="2" type="pic"/>
          </p:nvPr>
        </p:nvSpPr>
        <p:spPr>
          <a:xfrm>
            <a:off x="6355775" y="1418625"/>
            <a:ext cx="2788200" cy="3725100"/>
          </a:xfrm>
          <a:prstGeom prst="round2DiagRect">
            <a:avLst>
              <a:gd fmla="val 50000" name="adj1"/>
              <a:gd fmla="val 0" name="adj2"/>
            </a:avLst>
          </a:prstGeom>
          <a:noFill/>
          <a:ln>
            <a:noFill/>
          </a:ln>
        </p:spPr>
      </p:sp>
      <p:sp>
        <p:nvSpPr>
          <p:cNvPr id="128" name="Google Shape;128;p1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9" name="Google Shape;129;p13"/>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30" name="Google Shape;130;p13"/>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1" name="Google Shape;131;p13"/>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2" name="Google Shape;132;p13"/>
          <p:cNvSpPr txBox="1"/>
          <p:nvPr>
            <p:ph idx="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33" name="Google Shape;133;p1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5">
  <p:cSld name="CUSTOM_7">
    <p:spTree>
      <p:nvGrpSpPr>
        <p:cNvPr id="134" name="Shape 134"/>
        <p:cNvGrpSpPr/>
        <p:nvPr/>
      </p:nvGrpSpPr>
      <p:grpSpPr>
        <a:xfrm>
          <a:off x="0" y="0"/>
          <a:ext cx="0" cy="0"/>
          <a:chOff x="0" y="0"/>
          <a:chExt cx="0" cy="0"/>
        </a:xfrm>
      </p:grpSpPr>
      <p:sp>
        <p:nvSpPr>
          <p:cNvPr id="135" name="Google Shape;135;p14"/>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36" name="Google Shape;136;p14"/>
          <p:cNvSpPr/>
          <p:nvPr/>
        </p:nvSpPr>
        <p:spPr>
          <a:xfrm flipH="1" rot="10800000">
            <a:off x="7069375" y="3760875"/>
            <a:ext cx="13596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7" name="Google Shape;137;p14"/>
          <p:cNvSpPr/>
          <p:nvPr/>
        </p:nvSpPr>
        <p:spPr>
          <a:xfrm flipH="1" rot="10800000">
            <a:off x="7760700" y="3760875"/>
            <a:ext cx="1372200" cy="13725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8" name="Google Shape;138;p14"/>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9" name="Google Shape;139;p14"/>
          <p:cNvSpPr/>
          <p:nvPr>
            <p:ph idx="2" type="pic"/>
          </p:nvPr>
        </p:nvSpPr>
        <p:spPr>
          <a:xfrm rot="10800000">
            <a:off x="6364225" y="0"/>
            <a:ext cx="2784600" cy="3775800"/>
          </a:xfrm>
          <a:prstGeom prst="round1Rect">
            <a:avLst>
              <a:gd fmla="val 50000" name="adj"/>
            </a:avLst>
          </a:prstGeom>
          <a:noFill/>
          <a:ln>
            <a:noFill/>
          </a:ln>
        </p:spPr>
      </p:sp>
      <p:sp>
        <p:nvSpPr>
          <p:cNvPr id="140" name="Google Shape;140;p14"/>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1" name="Google Shape;141;p14"/>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42" name="Google Shape;142;p14"/>
          <p:cNvSpPr txBox="1"/>
          <p:nvPr>
            <p:ph idx="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3" name="Google Shape;143;p14"/>
          <p:cNvSpPr txBox="1"/>
          <p:nvPr>
            <p:ph idx="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4" name="Google Shape;144;p1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6">
  <p:cSld name="CUSTOM_8">
    <p:spTree>
      <p:nvGrpSpPr>
        <p:cNvPr id="145" name="Shape 145"/>
        <p:cNvGrpSpPr/>
        <p:nvPr/>
      </p:nvGrpSpPr>
      <p:grpSpPr>
        <a:xfrm>
          <a:off x="0" y="0"/>
          <a:ext cx="0" cy="0"/>
          <a:chOff x="0" y="0"/>
          <a:chExt cx="0" cy="0"/>
        </a:xfrm>
      </p:grpSpPr>
      <p:sp>
        <p:nvSpPr>
          <p:cNvPr id="146" name="Google Shape;146;p1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7" name="Google Shape;147;p15"/>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48" name="Google Shape;148;p15"/>
          <p:cNvSpPr/>
          <p:nvPr/>
        </p:nvSpPr>
        <p:spPr>
          <a:xfrm flipH="1">
            <a:off x="7723050" y="2475750"/>
            <a:ext cx="2828100" cy="2657700"/>
          </a:xfrm>
          <a:prstGeom prst="pie">
            <a:avLst>
              <a:gd fmla="val 0" name="adj1"/>
              <a:gd fmla="val 5408708"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9" name="Google Shape;149;p15"/>
          <p:cNvSpPr/>
          <p:nvPr/>
        </p:nvSpPr>
        <p:spPr>
          <a:xfrm flipH="1" rot="5400000">
            <a:off x="6370150" y="3807650"/>
            <a:ext cx="2688900" cy="2700600"/>
          </a:xfrm>
          <a:prstGeom prst="pie">
            <a:avLst>
              <a:gd fmla="val 0"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0" name="Google Shape;150;p15"/>
          <p:cNvSpPr txBox="1"/>
          <p:nvPr>
            <p:ph idx="3"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51" name="Google Shape;151;p15"/>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4"/>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2" name="Google Shape;152;p15"/>
          <p:cNvSpPr txBox="1"/>
          <p:nvPr>
            <p:ph idx="4"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53" name="Google Shape;153;p15"/>
          <p:cNvSpPr/>
          <p:nvPr/>
        </p:nvSpPr>
        <p:spPr>
          <a:xfrm>
            <a:off x="6375075" y="10125"/>
            <a:ext cx="2757600" cy="37944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4" name="Google Shape;154;p15"/>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55" name="Google Shape;155;p1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7">
  <p:cSld name="CUSTOM_8_1">
    <p:spTree>
      <p:nvGrpSpPr>
        <p:cNvPr id="156" name="Shape 156"/>
        <p:cNvGrpSpPr/>
        <p:nvPr/>
      </p:nvGrpSpPr>
      <p:grpSpPr>
        <a:xfrm>
          <a:off x="0" y="0"/>
          <a:ext cx="0" cy="0"/>
          <a:chOff x="0" y="0"/>
          <a:chExt cx="0" cy="0"/>
        </a:xfrm>
      </p:grpSpPr>
      <p:sp>
        <p:nvSpPr>
          <p:cNvPr id="157" name="Google Shape;157;p16"/>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8" name="Google Shape;158;p16"/>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6"/>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0" name="Google Shape;160;p16"/>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61" name="Google Shape;161;p16"/>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62" name="Google Shape;162;p16"/>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63" name="Google Shape;163;p16"/>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4" name="Google Shape;164;p16"/>
          <p:cNvSpPr txBox="1"/>
          <p:nvPr>
            <p:ph idx="4"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65" name="Google Shape;165;p16"/>
          <p:cNvSpPr txBox="1"/>
          <p:nvPr>
            <p:ph idx="5"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66" name="Google Shape;166;p16"/>
          <p:cNvSpPr/>
          <p:nvPr/>
        </p:nvSpPr>
        <p:spPr>
          <a:xfrm>
            <a:off x="6345359" y="1240774"/>
            <a:ext cx="2801400" cy="2479800"/>
          </a:xfrm>
          <a:prstGeom prst="round1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7" name="Google Shape;167;p1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8">
  <p:cSld name="CUSTOM_8_1_1">
    <p:spTree>
      <p:nvGrpSpPr>
        <p:cNvPr id="168" name="Shape 168"/>
        <p:cNvGrpSpPr/>
        <p:nvPr/>
      </p:nvGrpSpPr>
      <p:grpSpPr>
        <a:xfrm>
          <a:off x="0" y="0"/>
          <a:ext cx="0" cy="0"/>
          <a:chOff x="0" y="0"/>
          <a:chExt cx="0" cy="0"/>
        </a:xfrm>
      </p:grpSpPr>
      <p:sp>
        <p:nvSpPr>
          <p:cNvPr id="169" name="Google Shape;169;p1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0" name="Google Shape;170;p17"/>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71" name="Google Shape;171;p17"/>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grpSp>
        <p:nvGrpSpPr>
          <p:cNvPr id="172" name="Google Shape;172;p17"/>
          <p:cNvGrpSpPr/>
          <p:nvPr/>
        </p:nvGrpSpPr>
        <p:grpSpPr>
          <a:xfrm>
            <a:off x="6324521" y="8900"/>
            <a:ext cx="2848500" cy="6539200"/>
            <a:chOff x="6324521" y="8900"/>
            <a:chExt cx="2848500" cy="6539200"/>
          </a:xfrm>
        </p:grpSpPr>
        <p:sp>
          <p:nvSpPr>
            <p:cNvPr id="173" name="Google Shape;173;p17"/>
            <p:cNvSpPr/>
            <p:nvPr/>
          </p:nvSpPr>
          <p:spPr>
            <a:xfrm rot="10800000">
              <a:off x="6362475" y="8900"/>
              <a:ext cx="2772600" cy="37005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4" name="Google Shape;174;p17"/>
            <p:cNvSpPr/>
            <p:nvPr/>
          </p:nvSpPr>
          <p:spPr>
            <a:xfrm flipH="1" rot="5400000">
              <a:off x="6319275" y="3734100"/>
              <a:ext cx="2820300" cy="2807700"/>
            </a:xfrm>
            <a:prstGeom prst="pie">
              <a:avLst>
                <a:gd fmla="val 16192689" name="adj1"/>
                <a:gd fmla="val 4945"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5" name="Google Shape;175;p17"/>
            <p:cNvSpPr/>
            <p:nvPr/>
          </p:nvSpPr>
          <p:spPr>
            <a:xfrm flipH="1">
              <a:off x="6324521" y="2295469"/>
              <a:ext cx="2848500" cy="2847300"/>
            </a:xfrm>
            <a:prstGeom prst="pie">
              <a:avLst>
                <a:gd fmla="val 2159000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sp>
        <p:nvSpPr>
          <p:cNvPr id="176" name="Google Shape;176;p17"/>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77" name="Google Shape;177;p17"/>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5"/>
                </a:solidFill>
              </a:defRPr>
            </a:lvl1pPr>
            <a:lvl2pPr lvl="1">
              <a:lnSpc>
                <a:spcPct val="115000"/>
              </a:lnSpc>
              <a:spcBef>
                <a:spcPts val="0"/>
              </a:spcBef>
              <a:spcAft>
                <a:spcPts val="0"/>
              </a:spcAft>
              <a:buNone/>
              <a:defRPr sz="3000">
                <a:solidFill>
                  <a:schemeClr val="accent5"/>
                </a:solidFill>
              </a:defRPr>
            </a:lvl2pPr>
            <a:lvl3pPr lvl="2">
              <a:lnSpc>
                <a:spcPct val="115000"/>
              </a:lnSpc>
              <a:spcBef>
                <a:spcPts val="0"/>
              </a:spcBef>
              <a:spcAft>
                <a:spcPts val="0"/>
              </a:spcAft>
              <a:buNone/>
              <a:defRPr sz="3000">
                <a:solidFill>
                  <a:schemeClr val="accent5"/>
                </a:solidFill>
              </a:defRPr>
            </a:lvl3pPr>
            <a:lvl4pPr lvl="3">
              <a:lnSpc>
                <a:spcPct val="115000"/>
              </a:lnSpc>
              <a:spcBef>
                <a:spcPts val="0"/>
              </a:spcBef>
              <a:spcAft>
                <a:spcPts val="0"/>
              </a:spcAft>
              <a:buNone/>
              <a:defRPr sz="3000">
                <a:solidFill>
                  <a:schemeClr val="accent5"/>
                </a:solidFill>
              </a:defRPr>
            </a:lvl4pPr>
            <a:lvl5pPr lvl="4">
              <a:lnSpc>
                <a:spcPct val="115000"/>
              </a:lnSpc>
              <a:spcBef>
                <a:spcPts val="0"/>
              </a:spcBef>
              <a:spcAft>
                <a:spcPts val="0"/>
              </a:spcAft>
              <a:buNone/>
              <a:defRPr sz="3000">
                <a:solidFill>
                  <a:schemeClr val="accent5"/>
                </a:solidFill>
              </a:defRPr>
            </a:lvl5pPr>
            <a:lvl6pPr lvl="5">
              <a:lnSpc>
                <a:spcPct val="115000"/>
              </a:lnSpc>
              <a:spcBef>
                <a:spcPts val="0"/>
              </a:spcBef>
              <a:spcAft>
                <a:spcPts val="0"/>
              </a:spcAft>
              <a:buNone/>
              <a:defRPr sz="3000">
                <a:solidFill>
                  <a:schemeClr val="accent5"/>
                </a:solidFill>
              </a:defRPr>
            </a:lvl6pPr>
            <a:lvl7pPr lvl="6">
              <a:lnSpc>
                <a:spcPct val="115000"/>
              </a:lnSpc>
              <a:spcBef>
                <a:spcPts val="0"/>
              </a:spcBef>
              <a:spcAft>
                <a:spcPts val="0"/>
              </a:spcAft>
              <a:buNone/>
              <a:defRPr sz="3000">
                <a:solidFill>
                  <a:schemeClr val="accent5"/>
                </a:solidFill>
              </a:defRPr>
            </a:lvl7pPr>
            <a:lvl8pPr lvl="7">
              <a:lnSpc>
                <a:spcPct val="115000"/>
              </a:lnSpc>
              <a:spcBef>
                <a:spcPts val="0"/>
              </a:spcBef>
              <a:spcAft>
                <a:spcPts val="0"/>
              </a:spcAft>
              <a:buNone/>
              <a:defRPr sz="3000">
                <a:solidFill>
                  <a:schemeClr val="accent5"/>
                </a:solidFill>
              </a:defRPr>
            </a:lvl8pPr>
            <a:lvl9pPr lvl="8">
              <a:lnSpc>
                <a:spcPct val="115000"/>
              </a:lnSpc>
              <a:spcBef>
                <a:spcPts val="0"/>
              </a:spcBef>
              <a:spcAft>
                <a:spcPts val="0"/>
              </a:spcAft>
              <a:buNone/>
              <a:defRPr sz="3000">
                <a:solidFill>
                  <a:schemeClr val="accent5"/>
                </a:solidFill>
              </a:defRPr>
            </a:lvl9pPr>
          </a:lstStyle>
          <a:p/>
        </p:txBody>
      </p:sp>
      <p:sp>
        <p:nvSpPr>
          <p:cNvPr id="178" name="Google Shape;178;p17"/>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79" name="Google Shape;179;p1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9">
  <p:cSld name="CUSTOM_8_1_1_1">
    <p:spTree>
      <p:nvGrpSpPr>
        <p:cNvPr id="180" name="Shape 180"/>
        <p:cNvGrpSpPr/>
        <p:nvPr/>
      </p:nvGrpSpPr>
      <p:grpSpPr>
        <a:xfrm>
          <a:off x="0" y="0"/>
          <a:ext cx="0" cy="0"/>
          <a:chOff x="0" y="0"/>
          <a:chExt cx="0" cy="0"/>
        </a:xfrm>
      </p:grpSpPr>
      <p:sp>
        <p:nvSpPr>
          <p:cNvPr id="181" name="Google Shape;181;p1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2" name="Google Shape;182;p1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83" name="Google Shape;183;p1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84" name="Google Shape;184;p18"/>
          <p:cNvSpPr/>
          <p:nvPr/>
        </p:nvSpPr>
        <p:spPr>
          <a:xfrm>
            <a:off x="7780000" y="10200"/>
            <a:ext cx="1353900" cy="14175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5" name="Google Shape;185;p18"/>
          <p:cNvSpPr/>
          <p:nvPr/>
        </p:nvSpPr>
        <p:spPr>
          <a:xfrm rot="-5400000">
            <a:off x="4934200" y="10025"/>
            <a:ext cx="2845800" cy="2835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6" name="Google Shape;186;p18"/>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87" name="Google Shape;187;p1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dk2"/>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8" name="Google Shape;188;p18"/>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189" name="Google Shape;189;p18"/>
          <p:cNvSpPr/>
          <p:nvPr/>
        </p:nvSpPr>
        <p:spPr>
          <a:xfrm>
            <a:off x="6366275" y="1427825"/>
            <a:ext cx="2768100" cy="3705300"/>
          </a:xfrm>
          <a:prstGeom prst="round2Diag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0" name="Google Shape;190;p1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10">
  <p:cSld name="CUSTOM_8_1_1_1_1">
    <p:spTree>
      <p:nvGrpSpPr>
        <p:cNvPr id="191" name="Shape 191"/>
        <p:cNvGrpSpPr/>
        <p:nvPr/>
      </p:nvGrpSpPr>
      <p:grpSpPr>
        <a:xfrm>
          <a:off x="0" y="0"/>
          <a:ext cx="0" cy="0"/>
          <a:chOff x="0" y="0"/>
          <a:chExt cx="0" cy="0"/>
        </a:xfrm>
      </p:grpSpPr>
      <p:sp>
        <p:nvSpPr>
          <p:cNvPr id="192" name="Google Shape;192;p1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3" name="Google Shape;193;p1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4" name="Google Shape;194;p1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195" name="Google Shape;195;p19"/>
          <p:cNvSpPr txBox="1"/>
          <p:nvPr>
            <p:ph idx="4" type="body"/>
          </p:nvPr>
        </p:nvSpPr>
        <p:spPr>
          <a:xfrm>
            <a:off x="286425" y="2475750"/>
            <a:ext cx="4290600" cy="919200"/>
          </a:xfrm>
          <a:prstGeom prst="rect">
            <a:avLst/>
          </a:prstGeom>
        </p:spPr>
        <p:txBody>
          <a:bodyPr anchorCtr="0" anchor="t" bIns="91425" lIns="0" spcFirstLastPara="1" rIns="91425" wrap="square" tIns="91425">
            <a:noAutofit/>
          </a:bodyPr>
          <a:lstStyle>
            <a:lvl1pPr indent="-298450" lvl="0" marL="457200">
              <a:lnSpc>
                <a:spcPct val="100000"/>
              </a:lnSpc>
              <a:spcBef>
                <a:spcPts val="0"/>
              </a:spcBef>
              <a:spcAft>
                <a:spcPts val="0"/>
              </a:spcAft>
              <a:buSzPts val="1100"/>
              <a:buChar char="●"/>
              <a:defRPr/>
            </a:lvl1pPr>
            <a:lvl2pPr indent="-298450" lvl="1" marL="914400">
              <a:lnSpc>
                <a:spcPct val="100000"/>
              </a:lnSpc>
              <a:spcBef>
                <a:spcPts val="0"/>
              </a:spcBef>
              <a:spcAft>
                <a:spcPts val="0"/>
              </a:spcAft>
              <a:buSzPts val="1100"/>
              <a:buChar char="○"/>
              <a:defRPr/>
            </a:lvl2pPr>
            <a:lvl3pPr indent="-298450" lvl="2" marL="1371600">
              <a:lnSpc>
                <a:spcPct val="100000"/>
              </a:lnSpc>
              <a:spcBef>
                <a:spcPts val="0"/>
              </a:spcBef>
              <a:spcAft>
                <a:spcPts val="0"/>
              </a:spcAft>
              <a:buSzPts val="1100"/>
              <a:buChar char="■"/>
              <a:defRPr/>
            </a:lvl3pPr>
            <a:lvl4pPr indent="-298450" lvl="3" marL="1828800">
              <a:lnSpc>
                <a:spcPct val="100000"/>
              </a:lnSpc>
              <a:spcBef>
                <a:spcPts val="0"/>
              </a:spcBef>
              <a:spcAft>
                <a:spcPts val="0"/>
              </a:spcAft>
              <a:buSzPts val="1100"/>
              <a:buChar char="●"/>
              <a:defRPr/>
            </a:lvl4pPr>
            <a:lvl5pPr indent="-298450" lvl="4" marL="2286000">
              <a:lnSpc>
                <a:spcPct val="100000"/>
              </a:lnSpc>
              <a:spcBef>
                <a:spcPts val="0"/>
              </a:spcBef>
              <a:spcAft>
                <a:spcPts val="0"/>
              </a:spcAft>
              <a:buSzPts val="1100"/>
              <a:buChar char="○"/>
              <a:defRPr/>
            </a:lvl5pPr>
            <a:lvl6pPr indent="-298450" lvl="5" marL="2743200">
              <a:lnSpc>
                <a:spcPct val="100000"/>
              </a:lnSpc>
              <a:spcBef>
                <a:spcPts val="0"/>
              </a:spcBef>
              <a:spcAft>
                <a:spcPts val="0"/>
              </a:spcAft>
              <a:buSzPts val="1100"/>
              <a:buChar char="■"/>
              <a:defRPr/>
            </a:lvl6pPr>
            <a:lvl7pPr indent="-298450" lvl="6" marL="3200400">
              <a:lnSpc>
                <a:spcPct val="100000"/>
              </a:lnSpc>
              <a:spcBef>
                <a:spcPts val="0"/>
              </a:spcBef>
              <a:spcAft>
                <a:spcPts val="0"/>
              </a:spcAft>
              <a:buSzPts val="1100"/>
              <a:buChar char="●"/>
              <a:defRPr/>
            </a:lvl7pPr>
            <a:lvl8pPr indent="-298450" lvl="7" marL="3657600">
              <a:lnSpc>
                <a:spcPct val="100000"/>
              </a:lnSpc>
              <a:spcBef>
                <a:spcPts val="0"/>
              </a:spcBef>
              <a:spcAft>
                <a:spcPts val="0"/>
              </a:spcAft>
              <a:buSzPts val="1100"/>
              <a:buChar char="○"/>
              <a:defRPr/>
            </a:lvl8pPr>
            <a:lvl9pPr indent="-298450" lvl="8" marL="4114800">
              <a:lnSpc>
                <a:spcPct val="100000"/>
              </a:lnSpc>
              <a:spcBef>
                <a:spcPts val="0"/>
              </a:spcBef>
              <a:spcAft>
                <a:spcPts val="0"/>
              </a:spcAft>
              <a:buSzPts val="1100"/>
              <a:buChar char="■"/>
              <a:defRPr/>
            </a:lvl9pPr>
          </a:lstStyle>
          <a:p/>
        </p:txBody>
      </p:sp>
      <p:sp>
        <p:nvSpPr>
          <p:cNvPr id="196" name="Google Shape;196;p19"/>
          <p:cNvSpPr/>
          <p:nvPr/>
        </p:nvSpPr>
        <p:spPr>
          <a:xfrm flipH="1" rot="10800000">
            <a:off x="7069375" y="3773775"/>
            <a:ext cx="13596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7" name="Google Shape;197;p19"/>
          <p:cNvSpPr/>
          <p:nvPr/>
        </p:nvSpPr>
        <p:spPr>
          <a:xfrm flipH="1" rot="10800000">
            <a:off x="7760700" y="3773775"/>
            <a:ext cx="1372200" cy="13596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8" name="Google Shape;198;p19"/>
          <p:cNvSpPr/>
          <p:nvPr/>
        </p:nvSpPr>
        <p:spPr>
          <a:xfrm>
            <a:off x="6364300" y="3759200"/>
            <a:ext cx="1396500" cy="1382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9" name="Google Shape;199;p19"/>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6"/>
                </a:solidFill>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00" name="Google Shape;200;p19"/>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201" name="Google Shape;201;p19"/>
          <p:cNvSpPr/>
          <p:nvPr/>
        </p:nvSpPr>
        <p:spPr>
          <a:xfrm rot="10800000">
            <a:off x="6377600" y="8800"/>
            <a:ext cx="2758800" cy="3754200"/>
          </a:xfrm>
          <a:prstGeom prst="round1Rect">
            <a:avLst>
              <a:gd fmla="val 50000"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2" name="Google Shape;202;p1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1">
    <p:spTree>
      <p:nvGrpSpPr>
        <p:cNvPr id="203" name="Shape 203"/>
        <p:cNvGrpSpPr/>
        <p:nvPr/>
      </p:nvGrpSpPr>
      <p:grpSpPr>
        <a:xfrm>
          <a:off x="0" y="0"/>
          <a:ext cx="0" cy="0"/>
          <a:chOff x="0" y="0"/>
          <a:chExt cx="0" cy="0"/>
        </a:xfrm>
      </p:grpSpPr>
      <p:sp>
        <p:nvSpPr>
          <p:cNvPr id="204" name="Google Shape;204;p20"/>
          <p:cNvSpPr txBox="1"/>
          <p:nvPr>
            <p:ph idx="1" type="subTitle"/>
          </p:nvPr>
        </p:nvSpPr>
        <p:spPr>
          <a:xfrm>
            <a:off x="3389025"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5" name="Google Shape;205;p20"/>
          <p:cNvSpPr/>
          <p:nvPr/>
        </p:nvSpPr>
        <p:spPr>
          <a:xfrm flipH="1">
            <a:off x="1350000" y="2442900"/>
            <a:ext cx="2849100" cy="2700600"/>
          </a:xfrm>
          <a:prstGeom prst="pie">
            <a:avLst>
              <a:gd fmla="val 21586474"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6" name="Google Shape;206;p20"/>
          <p:cNvSpPr/>
          <p:nvPr/>
        </p:nvSpPr>
        <p:spPr>
          <a:xfrm flipH="1" rot="5400000">
            <a:off x="-6000" y="3795800"/>
            <a:ext cx="2712600" cy="2700600"/>
          </a:xfrm>
          <a:prstGeom prst="pie">
            <a:avLst>
              <a:gd fmla="val 25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7" name="Google Shape;207;p20"/>
          <p:cNvSpPr/>
          <p:nvPr/>
        </p:nvSpPr>
        <p:spPr>
          <a:xfrm flipH="1" rot="5400000">
            <a:off x="-125" y="2402250"/>
            <a:ext cx="2775600" cy="2775600"/>
          </a:xfrm>
          <a:prstGeom prst="pie">
            <a:avLst>
              <a:gd fmla="val 16192689"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8" name="Google Shape;208;p20"/>
          <p:cNvSpPr txBox="1"/>
          <p:nvPr>
            <p:ph idx="2" type="subTitle"/>
          </p:nvPr>
        </p:nvSpPr>
        <p:spPr>
          <a:xfrm>
            <a:off x="3389025"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09" name="Google Shape;209;p20"/>
          <p:cNvSpPr txBox="1"/>
          <p:nvPr>
            <p:ph idx="3" type="subTitle"/>
          </p:nvPr>
        </p:nvSpPr>
        <p:spPr>
          <a:xfrm>
            <a:off x="3389025"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0" name="Google Shape;210;p20"/>
          <p:cNvSpPr txBox="1"/>
          <p:nvPr>
            <p:ph idx="4" type="subTitle"/>
          </p:nvPr>
        </p:nvSpPr>
        <p:spPr>
          <a:xfrm>
            <a:off x="6335550" y="119728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1" name="Google Shape;211;p20"/>
          <p:cNvSpPr txBox="1"/>
          <p:nvPr>
            <p:ph idx="5" type="subTitle"/>
          </p:nvPr>
        </p:nvSpPr>
        <p:spPr>
          <a:xfrm>
            <a:off x="6335550" y="234121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2" name="Google Shape;212;p20"/>
          <p:cNvSpPr txBox="1"/>
          <p:nvPr>
            <p:ph idx="6" type="subTitle"/>
          </p:nvPr>
        </p:nvSpPr>
        <p:spPr>
          <a:xfrm>
            <a:off x="6335550" y="3485139"/>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13" name="Google Shape;213;p20"/>
          <p:cNvSpPr txBox="1"/>
          <p:nvPr>
            <p:ph type="title"/>
          </p:nvPr>
        </p:nvSpPr>
        <p:spPr>
          <a:xfrm>
            <a:off x="284700" y="286200"/>
            <a:ext cx="2860800" cy="1732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14" name="Google Shape;214;p2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5" name="Google Shape;215;p2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16" name="Google Shape;216;p2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17" name="Google Shape;217;p2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1_2">
    <p:spTree>
      <p:nvGrpSpPr>
        <p:cNvPr id="218" name="Shape 218"/>
        <p:cNvGrpSpPr/>
        <p:nvPr/>
      </p:nvGrpSpPr>
      <p:grpSpPr>
        <a:xfrm>
          <a:off x="0" y="0"/>
          <a:ext cx="0" cy="0"/>
          <a:chOff x="0" y="0"/>
          <a:chExt cx="0" cy="0"/>
        </a:xfrm>
      </p:grpSpPr>
      <p:sp>
        <p:nvSpPr>
          <p:cNvPr id="219" name="Google Shape;219;p21"/>
          <p:cNvSpPr/>
          <p:nvPr/>
        </p:nvSpPr>
        <p:spPr>
          <a:xfrm rot="-5400000">
            <a:off x="-2575150" y="-150"/>
            <a:ext cx="5143800" cy="5143500"/>
          </a:xfrm>
          <a:prstGeom prst="pie">
            <a:avLst>
              <a:gd fmla="val 3746"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0" name="Google Shape;220;p21"/>
          <p:cNvSpPr/>
          <p:nvPr/>
        </p:nvSpPr>
        <p:spPr>
          <a:xfrm rot="5400000">
            <a:off x="-3261" y="1"/>
            <a:ext cx="5143500" cy="5143500"/>
          </a:xfrm>
          <a:prstGeom prst="pie">
            <a:avLst>
              <a:gd fmla="val 0"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21"/>
          <p:cNvSpPr txBox="1"/>
          <p:nvPr>
            <p:ph idx="1" type="subTitle"/>
          </p:nvPr>
        </p:nvSpPr>
        <p:spPr>
          <a:xfrm>
            <a:off x="3236625"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2" name="Google Shape;222;p21"/>
          <p:cNvSpPr txBox="1"/>
          <p:nvPr>
            <p:ph idx="2" type="subTitle"/>
          </p:nvPr>
        </p:nvSpPr>
        <p:spPr>
          <a:xfrm>
            <a:off x="3236625"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3" name="Google Shape;223;p21"/>
          <p:cNvSpPr txBox="1"/>
          <p:nvPr>
            <p:ph idx="3" type="subTitle"/>
          </p:nvPr>
        </p:nvSpPr>
        <p:spPr>
          <a:xfrm>
            <a:off x="3236625"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4" name="Google Shape;224;p21"/>
          <p:cNvSpPr txBox="1"/>
          <p:nvPr>
            <p:ph idx="4" type="subTitle"/>
          </p:nvPr>
        </p:nvSpPr>
        <p:spPr>
          <a:xfrm>
            <a:off x="6183150" y="1936752"/>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5" name="Google Shape;225;p21"/>
          <p:cNvSpPr txBox="1"/>
          <p:nvPr>
            <p:ph idx="5" type="subTitle"/>
          </p:nvPr>
        </p:nvSpPr>
        <p:spPr>
          <a:xfrm>
            <a:off x="6183150" y="2920654"/>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6" name="Google Shape;226;p21"/>
          <p:cNvSpPr txBox="1"/>
          <p:nvPr>
            <p:ph idx="6" type="subTitle"/>
          </p:nvPr>
        </p:nvSpPr>
        <p:spPr>
          <a:xfrm>
            <a:off x="6183150" y="3912436"/>
            <a:ext cx="2331300" cy="893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600"/>
              <a:buFont typeface="Poppins"/>
              <a:buNone/>
              <a:defRPr b="1" sz="1600">
                <a:latin typeface="Poppins"/>
                <a:ea typeface="Poppins"/>
                <a:cs typeface="Poppins"/>
                <a:sym typeface="Poppins"/>
              </a:defRPr>
            </a:lvl1pPr>
            <a:lvl2pPr lvl="1">
              <a:spcBef>
                <a:spcPts val="0"/>
              </a:spcBef>
              <a:spcAft>
                <a:spcPts val="0"/>
              </a:spcAft>
              <a:buClr>
                <a:schemeClr val="lt1"/>
              </a:buClr>
              <a:buSzPts val="1600"/>
              <a:buFont typeface="Poppins"/>
              <a:buNone/>
              <a:defRPr b="1" sz="1600">
                <a:latin typeface="Poppins"/>
                <a:ea typeface="Poppins"/>
                <a:cs typeface="Poppins"/>
                <a:sym typeface="Poppins"/>
              </a:defRPr>
            </a:lvl2pPr>
            <a:lvl3pPr lvl="2">
              <a:spcBef>
                <a:spcPts val="0"/>
              </a:spcBef>
              <a:spcAft>
                <a:spcPts val="0"/>
              </a:spcAft>
              <a:buClr>
                <a:schemeClr val="lt1"/>
              </a:buClr>
              <a:buSzPts val="1600"/>
              <a:buFont typeface="Poppins"/>
              <a:buNone/>
              <a:defRPr b="1" sz="1600">
                <a:latin typeface="Poppins"/>
                <a:ea typeface="Poppins"/>
                <a:cs typeface="Poppins"/>
                <a:sym typeface="Poppins"/>
              </a:defRPr>
            </a:lvl3pPr>
            <a:lvl4pPr lvl="3">
              <a:spcBef>
                <a:spcPts val="0"/>
              </a:spcBef>
              <a:spcAft>
                <a:spcPts val="0"/>
              </a:spcAft>
              <a:buClr>
                <a:schemeClr val="lt1"/>
              </a:buClr>
              <a:buSzPts val="1600"/>
              <a:buFont typeface="Poppins"/>
              <a:buNone/>
              <a:defRPr b="1" sz="1600">
                <a:latin typeface="Poppins"/>
                <a:ea typeface="Poppins"/>
                <a:cs typeface="Poppins"/>
                <a:sym typeface="Poppins"/>
              </a:defRPr>
            </a:lvl4pPr>
            <a:lvl5pPr lvl="4">
              <a:spcBef>
                <a:spcPts val="0"/>
              </a:spcBef>
              <a:spcAft>
                <a:spcPts val="0"/>
              </a:spcAft>
              <a:buClr>
                <a:schemeClr val="lt1"/>
              </a:buClr>
              <a:buSzPts val="1600"/>
              <a:buFont typeface="Poppins"/>
              <a:buNone/>
              <a:defRPr b="1" sz="1600">
                <a:latin typeface="Poppins"/>
                <a:ea typeface="Poppins"/>
                <a:cs typeface="Poppins"/>
                <a:sym typeface="Poppins"/>
              </a:defRPr>
            </a:lvl5pPr>
            <a:lvl6pPr lvl="5">
              <a:spcBef>
                <a:spcPts val="0"/>
              </a:spcBef>
              <a:spcAft>
                <a:spcPts val="0"/>
              </a:spcAft>
              <a:buClr>
                <a:schemeClr val="lt1"/>
              </a:buClr>
              <a:buSzPts val="1600"/>
              <a:buFont typeface="Poppins"/>
              <a:buNone/>
              <a:defRPr b="1" sz="1600">
                <a:latin typeface="Poppins"/>
                <a:ea typeface="Poppins"/>
                <a:cs typeface="Poppins"/>
                <a:sym typeface="Poppins"/>
              </a:defRPr>
            </a:lvl6pPr>
            <a:lvl7pPr lvl="6">
              <a:spcBef>
                <a:spcPts val="0"/>
              </a:spcBef>
              <a:spcAft>
                <a:spcPts val="0"/>
              </a:spcAft>
              <a:buClr>
                <a:schemeClr val="lt1"/>
              </a:buClr>
              <a:buSzPts val="1600"/>
              <a:buFont typeface="Poppins"/>
              <a:buNone/>
              <a:defRPr b="1" sz="1600">
                <a:latin typeface="Poppins"/>
                <a:ea typeface="Poppins"/>
                <a:cs typeface="Poppins"/>
                <a:sym typeface="Poppins"/>
              </a:defRPr>
            </a:lvl7pPr>
            <a:lvl8pPr lvl="7">
              <a:spcBef>
                <a:spcPts val="0"/>
              </a:spcBef>
              <a:spcAft>
                <a:spcPts val="0"/>
              </a:spcAft>
              <a:buClr>
                <a:schemeClr val="lt1"/>
              </a:buClr>
              <a:buSzPts val="1600"/>
              <a:buFont typeface="Poppins"/>
              <a:buNone/>
              <a:defRPr b="1" sz="1600">
                <a:latin typeface="Poppins"/>
                <a:ea typeface="Poppins"/>
                <a:cs typeface="Poppins"/>
                <a:sym typeface="Poppins"/>
              </a:defRPr>
            </a:lvl8pPr>
            <a:lvl9pPr lvl="8">
              <a:spcBef>
                <a:spcPts val="0"/>
              </a:spcBef>
              <a:spcAft>
                <a:spcPts val="0"/>
              </a:spcAft>
              <a:buClr>
                <a:schemeClr val="lt1"/>
              </a:buClr>
              <a:buSzPts val="1600"/>
              <a:buFont typeface="Poppins"/>
              <a:buNone/>
              <a:defRPr b="1" sz="1600">
                <a:latin typeface="Poppins"/>
                <a:ea typeface="Poppins"/>
                <a:cs typeface="Poppins"/>
                <a:sym typeface="Poppins"/>
              </a:defRPr>
            </a:lvl9pPr>
          </a:lstStyle>
          <a:p/>
        </p:txBody>
      </p:sp>
      <p:sp>
        <p:nvSpPr>
          <p:cNvPr id="227" name="Google Shape;227;p21"/>
          <p:cNvSpPr txBox="1"/>
          <p:nvPr>
            <p:ph type="title"/>
          </p:nvPr>
        </p:nvSpPr>
        <p:spPr>
          <a:xfrm>
            <a:off x="3235425" y="474750"/>
            <a:ext cx="2860800" cy="13158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228" name="Google Shape;228;p21"/>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29" name="Google Shape;229;p21"/>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30" name="Google Shape;230;p2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1_1_1_1_2_1">
    <p:spTree>
      <p:nvGrpSpPr>
        <p:cNvPr id="231" name="Shape 231"/>
        <p:cNvGrpSpPr/>
        <p:nvPr/>
      </p:nvGrpSpPr>
      <p:grpSpPr>
        <a:xfrm>
          <a:off x="0" y="0"/>
          <a:ext cx="0" cy="0"/>
          <a:chOff x="0" y="0"/>
          <a:chExt cx="0" cy="0"/>
        </a:xfrm>
      </p:grpSpPr>
      <p:sp>
        <p:nvSpPr>
          <p:cNvPr id="232" name="Google Shape;232;p22"/>
          <p:cNvSpPr txBox="1"/>
          <p:nvPr>
            <p:ph idx="1" type="subTitle"/>
          </p:nvPr>
        </p:nvSpPr>
        <p:spPr>
          <a:xfrm>
            <a:off x="5537976" y="1421821"/>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3" name="Google Shape;233;p22"/>
          <p:cNvSpPr txBox="1"/>
          <p:nvPr>
            <p:ph idx="2" type="subTitle"/>
          </p:nvPr>
        </p:nvSpPr>
        <p:spPr>
          <a:xfrm>
            <a:off x="5537976" y="1658233"/>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4" name="Google Shape;234;p22"/>
          <p:cNvSpPr txBox="1"/>
          <p:nvPr>
            <p:ph idx="3" type="subTitle"/>
          </p:nvPr>
        </p:nvSpPr>
        <p:spPr>
          <a:xfrm>
            <a:off x="5537976" y="2185603"/>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5" name="Google Shape;235;p22"/>
          <p:cNvSpPr txBox="1"/>
          <p:nvPr>
            <p:ph idx="4" type="subTitle"/>
          </p:nvPr>
        </p:nvSpPr>
        <p:spPr>
          <a:xfrm>
            <a:off x="5537976" y="2421696"/>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6" name="Google Shape;236;p22"/>
          <p:cNvSpPr txBox="1"/>
          <p:nvPr>
            <p:ph idx="5" type="subTitle"/>
          </p:nvPr>
        </p:nvSpPr>
        <p:spPr>
          <a:xfrm>
            <a:off x="5537976" y="2954416"/>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7" name="Google Shape;237;p22"/>
          <p:cNvSpPr txBox="1"/>
          <p:nvPr>
            <p:ph idx="6" type="subTitle"/>
          </p:nvPr>
        </p:nvSpPr>
        <p:spPr>
          <a:xfrm>
            <a:off x="5537976" y="3190509"/>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38" name="Google Shape;238;p22"/>
          <p:cNvSpPr txBox="1"/>
          <p:nvPr>
            <p:ph idx="7" type="subTitle"/>
          </p:nvPr>
        </p:nvSpPr>
        <p:spPr>
          <a:xfrm>
            <a:off x="5537976" y="3717879"/>
            <a:ext cx="3453600" cy="311100"/>
          </a:xfrm>
          <a:prstGeom prst="rect">
            <a:avLst/>
          </a:prstGeom>
        </p:spPr>
        <p:txBody>
          <a:bodyPr anchorCtr="0" anchor="b" bIns="0" lIns="0" spcFirstLastPara="1" rIns="91425" wrap="square" tIns="91425">
            <a:norm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239" name="Google Shape;239;p22"/>
          <p:cNvSpPr txBox="1"/>
          <p:nvPr>
            <p:ph idx="8" type="subTitle"/>
          </p:nvPr>
        </p:nvSpPr>
        <p:spPr>
          <a:xfrm>
            <a:off x="5537976" y="3953971"/>
            <a:ext cx="3453600" cy="311100"/>
          </a:xfrm>
          <a:prstGeom prst="rect">
            <a:avLst/>
          </a:prstGeom>
        </p:spPr>
        <p:txBody>
          <a:bodyPr anchorCtr="0" anchor="t" bIns="0" lIns="0" spcFirstLastPara="1" rIns="91425" wrap="square" tIns="91425">
            <a:norm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240" name="Google Shape;240;p22"/>
          <p:cNvSpPr/>
          <p:nvPr/>
        </p:nvSpPr>
        <p:spPr>
          <a:xfrm rot="-5400000">
            <a:off x="-1276000" y="1266039"/>
            <a:ext cx="2537400" cy="25374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1" name="Google Shape;241;p22"/>
          <p:cNvSpPr/>
          <p:nvPr/>
        </p:nvSpPr>
        <p:spPr>
          <a:xfrm rot="-5400000">
            <a:off x="-5951" y="2536242"/>
            <a:ext cx="1267200" cy="126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242" name="Google Shape;242;p22"/>
          <p:cNvSpPr/>
          <p:nvPr/>
        </p:nvSpPr>
        <p:spPr>
          <a:xfrm>
            <a:off x="3244" y="3803442"/>
            <a:ext cx="1340100" cy="134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22"/>
          <p:cNvSpPr txBox="1"/>
          <p:nvPr>
            <p:ph type="title"/>
          </p:nvPr>
        </p:nvSpPr>
        <p:spPr>
          <a:xfrm>
            <a:off x="1582800" y="1485525"/>
            <a:ext cx="29892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244" name="Google Shape;244;p22"/>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5" name="Google Shape;245;p22"/>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46" name="Google Shape;246;p22"/>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47" name="Google Shape;247;p2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CUSTOM_4">
    <p:spTree>
      <p:nvGrpSpPr>
        <p:cNvPr id="248" name="Shape 248"/>
        <p:cNvGrpSpPr/>
        <p:nvPr/>
      </p:nvGrpSpPr>
      <p:grpSpPr>
        <a:xfrm>
          <a:off x="0" y="0"/>
          <a:ext cx="0" cy="0"/>
          <a:chOff x="0" y="0"/>
          <a:chExt cx="0" cy="0"/>
        </a:xfrm>
      </p:grpSpPr>
      <p:sp>
        <p:nvSpPr>
          <p:cNvPr id="249" name="Google Shape;249;p23"/>
          <p:cNvSpPr/>
          <p:nvPr>
            <p:ph idx="2" type="pic"/>
          </p:nvPr>
        </p:nvSpPr>
        <p:spPr>
          <a:xfrm>
            <a:off x="4162550" y="816050"/>
            <a:ext cx="1444500" cy="1444500"/>
          </a:xfrm>
          <a:prstGeom prst="round2DiagRect">
            <a:avLst>
              <a:gd fmla="val 0" name="adj1"/>
              <a:gd fmla="val 0" name="adj2"/>
            </a:avLst>
          </a:prstGeom>
          <a:noFill/>
          <a:ln>
            <a:noFill/>
          </a:ln>
        </p:spPr>
      </p:sp>
      <p:sp>
        <p:nvSpPr>
          <p:cNvPr id="250" name="Google Shape;250;p23"/>
          <p:cNvSpPr/>
          <p:nvPr>
            <p:ph idx="3" type="pic"/>
          </p:nvPr>
        </p:nvSpPr>
        <p:spPr>
          <a:xfrm>
            <a:off x="5788675" y="816050"/>
            <a:ext cx="1444500" cy="1444500"/>
          </a:xfrm>
          <a:prstGeom prst="ellipse">
            <a:avLst/>
          </a:prstGeom>
          <a:noFill/>
          <a:ln>
            <a:noFill/>
          </a:ln>
        </p:spPr>
      </p:sp>
      <p:sp>
        <p:nvSpPr>
          <p:cNvPr id="251" name="Google Shape;251;p23"/>
          <p:cNvSpPr/>
          <p:nvPr>
            <p:ph idx="4" type="pic"/>
          </p:nvPr>
        </p:nvSpPr>
        <p:spPr>
          <a:xfrm>
            <a:off x="7414800" y="816050"/>
            <a:ext cx="1444500" cy="1444500"/>
          </a:xfrm>
          <a:prstGeom prst="round1Rect">
            <a:avLst>
              <a:gd fmla="val 30895" name="adj"/>
            </a:avLst>
          </a:prstGeom>
          <a:noFill/>
          <a:ln>
            <a:noFill/>
          </a:ln>
        </p:spPr>
      </p:sp>
      <p:sp>
        <p:nvSpPr>
          <p:cNvPr id="252" name="Google Shape;252;p23"/>
          <p:cNvSpPr/>
          <p:nvPr>
            <p:ph idx="5" type="pic"/>
          </p:nvPr>
        </p:nvSpPr>
        <p:spPr>
          <a:xfrm>
            <a:off x="2536475" y="2897400"/>
            <a:ext cx="1444500" cy="1444500"/>
          </a:xfrm>
          <a:prstGeom prst="round2DiagRect">
            <a:avLst>
              <a:gd fmla="val 0" name="adj1"/>
              <a:gd fmla="val 0" name="adj2"/>
            </a:avLst>
          </a:prstGeom>
          <a:noFill/>
          <a:ln>
            <a:noFill/>
          </a:ln>
        </p:spPr>
      </p:sp>
      <p:sp>
        <p:nvSpPr>
          <p:cNvPr id="253" name="Google Shape;253;p23"/>
          <p:cNvSpPr/>
          <p:nvPr>
            <p:ph idx="6" type="pic"/>
          </p:nvPr>
        </p:nvSpPr>
        <p:spPr>
          <a:xfrm>
            <a:off x="4162600" y="2897400"/>
            <a:ext cx="1444500" cy="1444500"/>
          </a:xfrm>
          <a:prstGeom prst="ellipse">
            <a:avLst/>
          </a:prstGeom>
          <a:noFill/>
          <a:ln>
            <a:noFill/>
          </a:ln>
        </p:spPr>
      </p:sp>
      <p:sp>
        <p:nvSpPr>
          <p:cNvPr id="254" name="Google Shape;254;p23"/>
          <p:cNvSpPr/>
          <p:nvPr>
            <p:ph idx="7" type="pic"/>
          </p:nvPr>
        </p:nvSpPr>
        <p:spPr>
          <a:xfrm>
            <a:off x="5788725" y="2897400"/>
            <a:ext cx="1444500" cy="1444500"/>
          </a:xfrm>
          <a:prstGeom prst="round1Rect">
            <a:avLst>
              <a:gd fmla="val 30895" name="adj"/>
            </a:avLst>
          </a:prstGeom>
          <a:noFill/>
          <a:ln>
            <a:noFill/>
          </a:ln>
        </p:spPr>
      </p:sp>
      <p:sp>
        <p:nvSpPr>
          <p:cNvPr id="255" name="Google Shape;255;p23"/>
          <p:cNvSpPr txBox="1"/>
          <p:nvPr>
            <p:ph idx="1" type="subTitle"/>
          </p:nvPr>
        </p:nvSpPr>
        <p:spPr>
          <a:xfrm>
            <a:off x="416275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6" name="Google Shape;256;p23"/>
          <p:cNvSpPr txBox="1"/>
          <p:nvPr>
            <p:ph idx="8" type="subTitle"/>
          </p:nvPr>
        </p:nvSpPr>
        <p:spPr>
          <a:xfrm>
            <a:off x="416275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7" name="Google Shape;257;p23"/>
          <p:cNvSpPr txBox="1"/>
          <p:nvPr>
            <p:ph idx="9" type="subTitle"/>
          </p:nvPr>
        </p:nvSpPr>
        <p:spPr>
          <a:xfrm>
            <a:off x="25366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58" name="Google Shape;258;p23"/>
          <p:cNvSpPr txBox="1"/>
          <p:nvPr>
            <p:ph idx="13" type="subTitle"/>
          </p:nvPr>
        </p:nvSpPr>
        <p:spPr>
          <a:xfrm>
            <a:off x="25366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59" name="Google Shape;259;p23"/>
          <p:cNvSpPr txBox="1"/>
          <p:nvPr>
            <p:ph idx="14" type="subTitle"/>
          </p:nvPr>
        </p:nvSpPr>
        <p:spPr>
          <a:xfrm>
            <a:off x="5788775"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0" name="Google Shape;260;p23"/>
          <p:cNvSpPr txBox="1"/>
          <p:nvPr>
            <p:ph idx="15" type="subTitle"/>
          </p:nvPr>
        </p:nvSpPr>
        <p:spPr>
          <a:xfrm>
            <a:off x="5788775"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1" name="Google Shape;261;p23"/>
          <p:cNvSpPr txBox="1"/>
          <p:nvPr>
            <p:ph idx="16" type="subTitle"/>
          </p:nvPr>
        </p:nvSpPr>
        <p:spPr>
          <a:xfrm>
            <a:off x="7414800" y="2178820"/>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2" name="Google Shape;262;p23"/>
          <p:cNvSpPr txBox="1"/>
          <p:nvPr>
            <p:ph idx="17" type="subTitle"/>
          </p:nvPr>
        </p:nvSpPr>
        <p:spPr>
          <a:xfrm>
            <a:off x="7414800" y="2509808"/>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3" name="Google Shape;263;p23"/>
          <p:cNvSpPr txBox="1"/>
          <p:nvPr>
            <p:ph idx="18" type="subTitle"/>
          </p:nvPr>
        </p:nvSpPr>
        <p:spPr>
          <a:xfrm>
            <a:off x="416267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4" name="Google Shape;264;p23"/>
          <p:cNvSpPr txBox="1"/>
          <p:nvPr>
            <p:ph idx="19" type="subTitle"/>
          </p:nvPr>
        </p:nvSpPr>
        <p:spPr>
          <a:xfrm>
            <a:off x="416267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5" name="Google Shape;265;p23"/>
          <p:cNvSpPr txBox="1"/>
          <p:nvPr>
            <p:ph idx="20" type="subTitle"/>
          </p:nvPr>
        </p:nvSpPr>
        <p:spPr>
          <a:xfrm>
            <a:off x="5788725" y="4249429"/>
            <a:ext cx="1444500" cy="300300"/>
          </a:xfrm>
          <a:prstGeom prst="rect">
            <a:avLst/>
          </a:prstGeom>
        </p:spPr>
        <p:txBody>
          <a:bodyPr anchorCtr="0" anchor="b" bIns="0" lIns="91425" spcFirstLastPara="1" rIns="91425" wrap="square" tIns="91425">
            <a:normAutofit/>
          </a:bodyPr>
          <a:lstStyle>
            <a:lvl1pPr lvl="0"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lgn="ctr">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66" name="Google Shape;266;p23"/>
          <p:cNvSpPr txBox="1"/>
          <p:nvPr>
            <p:ph idx="21" type="subTitle"/>
          </p:nvPr>
        </p:nvSpPr>
        <p:spPr>
          <a:xfrm>
            <a:off x="5788725" y="4581011"/>
            <a:ext cx="1444500" cy="254700"/>
          </a:xfrm>
          <a:prstGeom prst="rect">
            <a:avLst/>
          </a:prstGeom>
        </p:spPr>
        <p:txBody>
          <a:bodyPr anchorCtr="0" anchor="t" bIns="91425" lIns="91425" spcFirstLastPara="1" rIns="91425" wrap="square" tIns="0">
            <a:spAutoFit/>
          </a:bodyPr>
          <a:lstStyle>
            <a:lvl1pPr lvl="0" algn="ctr">
              <a:spcBef>
                <a:spcPts val="0"/>
              </a:spcBef>
              <a:spcAft>
                <a:spcPts val="0"/>
              </a:spcAft>
              <a:buSzPts val="900"/>
              <a:buFont typeface="Urbanist Medium"/>
              <a:buNone/>
              <a:defRPr sz="900"/>
            </a:lvl1pPr>
            <a:lvl2pPr lvl="1" algn="ctr">
              <a:spcBef>
                <a:spcPts val="0"/>
              </a:spcBef>
              <a:spcAft>
                <a:spcPts val="0"/>
              </a:spcAft>
              <a:buSzPts val="900"/>
              <a:buFont typeface="Urbanist Medium"/>
              <a:buNone/>
              <a:defRPr sz="900">
                <a:latin typeface="Urbanist Medium"/>
                <a:ea typeface="Urbanist Medium"/>
                <a:cs typeface="Urbanist Medium"/>
                <a:sym typeface="Urbanist Medium"/>
              </a:defRPr>
            </a:lvl2pPr>
            <a:lvl3pPr lvl="2" algn="ctr">
              <a:spcBef>
                <a:spcPts val="0"/>
              </a:spcBef>
              <a:spcAft>
                <a:spcPts val="0"/>
              </a:spcAft>
              <a:buSzPts val="900"/>
              <a:buFont typeface="Urbanist Medium"/>
              <a:buNone/>
              <a:defRPr sz="900">
                <a:latin typeface="Urbanist Medium"/>
                <a:ea typeface="Urbanist Medium"/>
                <a:cs typeface="Urbanist Medium"/>
                <a:sym typeface="Urbanist Medium"/>
              </a:defRPr>
            </a:lvl3pPr>
            <a:lvl4pPr lvl="3" algn="ctr">
              <a:spcBef>
                <a:spcPts val="0"/>
              </a:spcBef>
              <a:spcAft>
                <a:spcPts val="0"/>
              </a:spcAft>
              <a:buSzPts val="900"/>
              <a:buFont typeface="Urbanist Medium"/>
              <a:buNone/>
              <a:defRPr sz="900">
                <a:latin typeface="Urbanist Medium"/>
                <a:ea typeface="Urbanist Medium"/>
                <a:cs typeface="Urbanist Medium"/>
                <a:sym typeface="Urbanist Medium"/>
              </a:defRPr>
            </a:lvl4pPr>
            <a:lvl5pPr lvl="4" algn="ctr">
              <a:spcBef>
                <a:spcPts val="0"/>
              </a:spcBef>
              <a:spcAft>
                <a:spcPts val="0"/>
              </a:spcAft>
              <a:buSzPts val="900"/>
              <a:buFont typeface="Urbanist Medium"/>
              <a:buNone/>
              <a:defRPr sz="900">
                <a:latin typeface="Urbanist Medium"/>
                <a:ea typeface="Urbanist Medium"/>
                <a:cs typeface="Urbanist Medium"/>
                <a:sym typeface="Urbanist Medium"/>
              </a:defRPr>
            </a:lvl5pPr>
            <a:lvl6pPr lvl="5" algn="ctr">
              <a:spcBef>
                <a:spcPts val="0"/>
              </a:spcBef>
              <a:spcAft>
                <a:spcPts val="0"/>
              </a:spcAft>
              <a:buSzPts val="900"/>
              <a:buFont typeface="Urbanist Medium"/>
              <a:buNone/>
              <a:defRPr sz="900">
                <a:latin typeface="Urbanist Medium"/>
                <a:ea typeface="Urbanist Medium"/>
                <a:cs typeface="Urbanist Medium"/>
                <a:sym typeface="Urbanist Medium"/>
              </a:defRPr>
            </a:lvl6pPr>
            <a:lvl7pPr lvl="6" algn="ctr">
              <a:spcBef>
                <a:spcPts val="0"/>
              </a:spcBef>
              <a:spcAft>
                <a:spcPts val="0"/>
              </a:spcAft>
              <a:buSzPts val="900"/>
              <a:buFont typeface="Urbanist Medium"/>
              <a:buNone/>
              <a:defRPr sz="900">
                <a:latin typeface="Urbanist Medium"/>
                <a:ea typeface="Urbanist Medium"/>
                <a:cs typeface="Urbanist Medium"/>
                <a:sym typeface="Urbanist Medium"/>
              </a:defRPr>
            </a:lvl7pPr>
            <a:lvl8pPr lvl="7" algn="ctr">
              <a:spcBef>
                <a:spcPts val="0"/>
              </a:spcBef>
              <a:spcAft>
                <a:spcPts val="0"/>
              </a:spcAft>
              <a:buSzPts val="900"/>
              <a:buFont typeface="Urbanist Medium"/>
              <a:buNone/>
              <a:defRPr sz="900">
                <a:latin typeface="Urbanist Medium"/>
                <a:ea typeface="Urbanist Medium"/>
                <a:cs typeface="Urbanist Medium"/>
                <a:sym typeface="Urbanist Medium"/>
              </a:defRPr>
            </a:lvl8pPr>
            <a:lvl9pPr lvl="8" algn="ctr">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267" name="Google Shape;267;p23"/>
          <p:cNvSpPr txBox="1"/>
          <p:nvPr>
            <p:ph type="title"/>
          </p:nvPr>
        </p:nvSpPr>
        <p:spPr>
          <a:xfrm>
            <a:off x="284700" y="573428"/>
            <a:ext cx="3877800" cy="19023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4000"/>
              <a:buNone/>
              <a:defRPr/>
            </a:lvl1pPr>
            <a:lvl2pPr lvl="1">
              <a:lnSpc>
                <a:spcPct val="90000"/>
              </a:lnSpc>
              <a:spcBef>
                <a:spcPts val="0"/>
              </a:spcBef>
              <a:spcAft>
                <a:spcPts val="0"/>
              </a:spcAft>
              <a:buClr>
                <a:schemeClr val="lt1"/>
              </a:buClr>
              <a:buSzPts val="4000"/>
              <a:buNone/>
              <a:defRPr/>
            </a:lvl2pPr>
            <a:lvl3pPr lvl="2">
              <a:lnSpc>
                <a:spcPct val="90000"/>
              </a:lnSpc>
              <a:spcBef>
                <a:spcPts val="0"/>
              </a:spcBef>
              <a:spcAft>
                <a:spcPts val="0"/>
              </a:spcAft>
              <a:buClr>
                <a:schemeClr val="lt1"/>
              </a:buClr>
              <a:buSzPts val="4000"/>
              <a:buNone/>
              <a:defRPr/>
            </a:lvl3pPr>
            <a:lvl4pPr lvl="3">
              <a:lnSpc>
                <a:spcPct val="90000"/>
              </a:lnSpc>
              <a:spcBef>
                <a:spcPts val="0"/>
              </a:spcBef>
              <a:spcAft>
                <a:spcPts val="0"/>
              </a:spcAft>
              <a:buClr>
                <a:schemeClr val="lt1"/>
              </a:buClr>
              <a:buSzPts val="4000"/>
              <a:buNone/>
              <a:defRPr/>
            </a:lvl4pPr>
            <a:lvl5pPr lvl="4">
              <a:lnSpc>
                <a:spcPct val="90000"/>
              </a:lnSpc>
              <a:spcBef>
                <a:spcPts val="0"/>
              </a:spcBef>
              <a:spcAft>
                <a:spcPts val="0"/>
              </a:spcAft>
              <a:buClr>
                <a:schemeClr val="lt1"/>
              </a:buClr>
              <a:buSzPts val="4000"/>
              <a:buNone/>
              <a:defRPr/>
            </a:lvl5pPr>
            <a:lvl6pPr lvl="5">
              <a:lnSpc>
                <a:spcPct val="90000"/>
              </a:lnSpc>
              <a:spcBef>
                <a:spcPts val="0"/>
              </a:spcBef>
              <a:spcAft>
                <a:spcPts val="0"/>
              </a:spcAft>
              <a:buClr>
                <a:schemeClr val="lt1"/>
              </a:buClr>
              <a:buSzPts val="4000"/>
              <a:buNone/>
              <a:defRPr/>
            </a:lvl6pPr>
            <a:lvl7pPr lvl="6">
              <a:lnSpc>
                <a:spcPct val="90000"/>
              </a:lnSpc>
              <a:spcBef>
                <a:spcPts val="0"/>
              </a:spcBef>
              <a:spcAft>
                <a:spcPts val="0"/>
              </a:spcAft>
              <a:buClr>
                <a:schemeClr val="lt1"/>
              </a:buClr>
              <a:buSzPts val="4000"/>
              <a:buNone/>
              <a:defRPr/>
            </a:lvl7pPr>
            <a:lvl8pPr lvl="7">
              <a:lnSpc>
                <a:spcPct val="90000"/>
              </a:lnSpc>
              <a:spcBef>
                <a:spcPts val="0"/>
              </a:spcBef>
              <a:spcAft>
                <a:spcPts val="0"/>
              </a:spcAft>
              <a:buClr>
                <a:schemeClr val="lt1"/>
              </a:buClr>
              <a:buSzPts val="4000"/>
              <a:buNone/>
              <a:defRPr/>
            </a:lvl8pPr>
            <a:lvl9pPr lvl="8">
              <a:lnSpc>
                <a:spcPct val="90000"/>
              </a:lnSpc>
              <a:spcBef>
                <a:spcPts val="0"/>
              </a:spcBef>
              <a:spcAft>
                <a:spcPts val="0"/>
              </a:spcAft>
              <a:buClr>
                <a:schemeClr val="lt1"/>
              </a:buClr>
              <a:buSzPts val="4000"/>
              <a:buNone/>
              <a:defRPr/>
            </a:lvl9pPr>
          </a:lstStyle>
          <a:p/>
        </p:txBody>
      </p:sp>
      <p:sp>
        <p:nvSpPr>
          <p:cNvPr id="268" name="Google Shape;268;p23"/>
          <p:cNvSpPr txBox="1"/>
          <p:nvPr>
            <p:ph idx="22"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69" name="Google Shape;269;p23"/>
          <p:cNvSpPr txBox="1"/>
          <p:nvPr>
            <p:ph idx="2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70" name="Google Shape;270;p23"/>
          <p:cNvSpPr txBox="1"/>
          <p:nvPr>
            <p:ph idx="2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71" name="Google Shape;271;p2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CUSTOM_4_1">
    <p:spTree>
      <p:nvGrpSpPr>
        <p:cNvPr id="272" name="Shape 272"/>
        <p:cNvGrpSpPr/>
        <p:nvPr/>
      </p:nvGrpSpPr>
      <p:grpSpPr>
        <a:xfrm>
          <a:off x="0" y="0"/>
          <a:ext cx="0" cy="0"/>
          <a:chOff x="0" y="0"/>
          <a:chExt cx="0" cy="0"/>
        </a:xfrm>
      </p:grpSpPr>
      <p:sp>
        <p:nvSpPr>
          <p:cNvPr id="273" name="Google Shape;273;p24"/>
          <p:cNvSpPr/>
          <p:nvPr>
            <p:ph idx="2" type="pic"/>
          </p:nvPr>
        </p:nvSpPr>
        <p:spPr>
          <a:xfrm>
            <a:off x="284700" y="1523850"/>
            <a:ext cx="1514700" cy="1312800"/>
          </a:xfrm>
          <a:prstGeom prst="round1Rect">
            <a:avLst>
              <a:gd fmla="val 39781" name="adj"/>
            </a:avLst>
          </a:prstGeom>
          <a:noFill/>
          <a:ln>
            <a:noFill/>
          </a:ln>
        </p:spPr>
      </p:sp>
      <p:sp>
        <p:nvSpPr>
          <p:cNvPr id="274" name="Google Shape;274;p24"/>
          <p:cNvSpPr/>
          <p:nvPr>
            <p:ph idx="3" type="pic"/>
          </p:nvPr>
        </p:nvSpPr>
        <p:spPr>
          <a:xfrm>
            <a:off x="2163625" y="1523850"/>
            <a:ext cx="1514700" cy="1312800"/>
          </a:xfrm>
          <a:prstGeom prst="round1Rect">
            <a:avLst>
              <a:gd fmla="val 39781" name="adj"/>
            </a:avLst>
          </a:prstGeom>
          <a:noFill/>
          <a:ln>
            <a:noFill/>
          </a:ln>
        </p:spPr>
      </p:sp>
      <p:sp>
        <p:nvSpPr>
          <p:cNvPr id="275" name="Google Shape;275;p24"/>
          <p:cNvSpPr/>
          <p:nvPr>
            <p:ph idx="4" type="pic"/>
          </p:nvPr>
        </p:nvSpPr>
        <p:spPr>
          <a:xfrm>
            <a:off x="4087000" y="1523850"/>
            <a:ext cx="1514700" cy="1312800"/>
          </a:xfrm>
          <a:prstGeom prst="round1Rect">
            <a:avLst>
              <a:gd fmla="val 39781" name="adj"/>
            </a:avLst>
          </a:prstGeom>
          <a:noFill/>
          <a:ln>
            <a:noFill/>
          </a:ln>
        </p:spPr>
      </p:sp>
      <p:sp>
        <p:nvSpPr>
          <p:cNvPr id="276" name="Google Shape;276;p24"/>
          <p:cNvSpPr/>
          <p:nvPr>
            <p:ph idx="5" type="pic"/>
          </p:nvPr>
        </p:nvSpPr>
        <p:spPr>
          <a:xfrm>
            <a:off x="5960425" y="1523850"/>
            <a:ext cx="1514700" cy="1312800"/>
          </a:xfrm>
          <a:prstGeom prst="round1Rect">
            <a:avLst>
              <a:gd fmla="val 39781" name="adj"/>
            </a:avLst>
          </a:prstGeom>
          <a:noFill/>
          <a:ln>
            <a:noFill/>
          </a:ln>
        </p:spPr>
      </p:sp>
      <p:sp>
        <p:nvSpPr>
          <p:cNvPr id="277" name="Google Shape;277;p24"/>
          <p:cNvSpPr txBox="1"/>
          <p:nvPr>
            <p:ph idx="1" type="subTitle"/>
          </p:nvPr>
        </p:nvSpPr>
        <p:spPr>
          <a:xfrm>
            <a:off x="2834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8" name="Google Shape;278;p24"/>
          <p:cNvSpPr txBox="1"/>
          <p:nvPr>
            <p:ph idx="6" type="subTitle"/>
          </p:nvPr>
        </p:nvSpPr>
        <p:spPr>
          <a:xfrm>
            <a:off x="216297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79" name="Google Shape;279;p24"/>
          <p:cNvSpPr txBox="1"/>
          <p:nvPr>
            <p:ph idx="7" type="subTitle"/>
          </p:nvPr>
        </p:nvSpPr>
        <p:spPr>
          <a:xfrm>
            <a:off x="40863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0" name="Google Shape;280;p24"/>
          <p:cNvSpPr txBox="1"/>
          <p:nvPr>
            <p:ph idx="8" type="subTitle"/>
          </p:nvPr>
        </p:nvSpPr>
        <p:spPr>
          <a:xfrm>
            <a:off x="5960425" y="3165225"/>
            <a:ext cx="1514700" cy="190200"/>
          </a:xfrm>
          <a:prstGeom prst="rect">
            <a:avLst/>
          </a:prstGeom>
        </p:spPr>
        <p:txBody>
          <a:bodyPr anchorCtr="0" anchor="t" bIns="91425" lIns="0" spcFirstLastPara="1" rIns="91425" wrap="square" tIns="0">
            <a:spAutoFit/>
          </a:bodyPr>
          <a:lstStyle>
            <a:lvl1pPr lvl="0">
              <a:spcBef>
                <a:spcPts val="0"/>
              </a:spcBef>
              <a:spcAft>
                <a:spcPts val="0"/>
              </a:spcAft>
              <a:buSzPts val="1100"/>
              <a:buFont typeface="Urbanist Medium"/>
              <a:buNone/>
              <a:defRPr sz="1100"/>
            </a:lvl1pPr>
            <a:lvl2pPr lvl="1">
              <a:spcBef>
                <a:spcPts val="0"/>
              </a:spcBef>
              <a:spcAft>
                <a:spcPts val="0"/>
              </a:spcAft>
              <a:buSzPts val="1100"/>
              <a:buFont typeface="Urbanist Medium"/>
              <a:buNone/>
              <a:defRPr sz="1100">
                <a:latin typeface="Urbanist Medium"/>
                <a:ea typeface="Urbanist Medium"/>
                <a:cs typeface="Urbanist Medium"/>
                <a:sym typeface="Urbanist Medium"/>
              </a:defRPr>
            </a:lvl2pPr>
            <a:lvl3pPr lvl="2">
              <a:spcBef>
                <a:spcPts val="0"/>
              </a:spcBef>
              <a:spcAft>
                <a:spcPts val="0"/>
              </a:spcAft>
              <a:buSzPts val="1100"/>
              <a:buFont typeface="Urbanist Medium"/>
              <a:buNone/>
              <a:defRPr sz="1100">
                <a:latin typeface="Urbanist Medium"/>
                <a:ea typeface="Urbanist Medium"/>
                <a:cs typeface="Urbanist Medium"/>
                <a:sym typeface="Urbanist Medium"/>
              </a:defRPr>
            </a:lvl3pPr>
            <a:lvl4pPr lvl="3">
              <a:spcBef>
                <a:spcPts val="0"/>
              </a:spcBef>
              <a:spcAft>
                <a:spcPts val="0"/>
              </a:spcAft>
              <a:buSzPts val="1100"/>
              <a:buFont typeface="Urbanist Medium"/>
              <a:buNone/>
              <a:defRPr sz="1100">
                <a:latin typeface="Urbanist Medium"/>
                <a:ea typeface="Urbanist Medium"/>
                <a:cs typeface="Urbanist Medium"/>
                <a:sym typeface="Urbanist Medium"/>
              </a:defRPr>
            </a:lvl4pPr>
            <a:lvl5pPr lvl="4">
              <a:spcBef>
                <a:spcPts val="0"/>
              </a:spcBef>
              <a:spcAft>
                <a:spcPts val="0"/>
              </a:spcAft>
              <a:buSzPts val="1100"/>
              <a:buFont typeface="Urbanist Medium"/>
              <a:buNone/>
              <a:defRPr sz="1100">
                <a:latin typeface="Urbanist Medium"/>
                <a:ea typeface="Urbanist Medium"/>
                <a:cs typeface="Urbanist Medium"/>
                <a:sym typeface="Urbanist Medium"/>
              </a:defRPr>
            </a:lvl5pPr>
            <a:lvl6pPr lvl="5">
              <a:spcBef>
                <a:spcPts val="0"/>
              </a:spcBef>
              <a:spcAft>
                <a:spcPts val="0"/>
              </a:spcAft>
              <a:buSzPts val="1100"/>
              <a:buFont typeface="Urbanist Medium"/>
              <a:buNone/>
              <a:defRPr sz="1100">
                <a:latin typeface="Urbanist Medium"/>
                <a:ea typeface="Urbanist Medium"/>
                <a:cs typeface="Urbanist Medium"/>
                <a:sym typeface="Urbanist Medium"/>
              </a:defRPr>
            </a:lvl6pPr>
            <a:lvl7pPr lvl="6">
              <a:spcBef>
                <a:spcPts val="0"/>
              </a:spcBef>
              <a:spcAft>
                <a:spcPts val="0"/>
              </a:spcAft>
              <a:buSzPts val="1100"/>
              <a:buFont typeface="Urbanist Medium"/>
              <a:buNone/>
              <a:defRPr sz="1100">
                <a:latin typeface="Urbanist Medium"/>
                <a:ea typeface="Urbanist Medium"/>
                <a:cs typeface="Urbanist Medium"/>
                <a:sym typeface="Urbanist Medium"/>
              </a:defRPr>
            </a:lvl7pPr>
            <a:lvl8pPr lvl="7">
              <a:spcBef>
                <a:spcPts val="0"/>
              </a:spcBef>
              <a:spcAft>
                <a:spcPts val="0"/>
              </a:spcAft>
              <a:buSzPts val="1100"/>
              <a:buFont typeface="Urbanist Medium"/>
              <a:buNone/>
              <a:defRPr sz="1100">
                <a:latin typeface="Urbanist Medium"/>
                <a:ea typeface="Urbanist Medium"/>
                <a:cs typeface="Urbanist Medium"/>
                <a:sym typeface="Urbanist Medium"/>
              </a:defRPr>
            </a:lvl8pPr>
            <a:lvl9pPr lvl="8">
              <a:spcBef>
                <a:spcPts val="0"/>
              </a:spcBef>
              <a:spcAft>
                <a:spcPts val="0"/>
              </a:spcAft>
              <a:buSzPts val="1100"/>
              <a:buFont typeface="Urbanist Medium"/>
              <a:buNone/>
              <a:defRPr sz="1100">
                <a:latin typeface="Urbanist Medium"/>
                <a:ea typeface="Urbanist Medium"/>
                <a:cs typeface="Urbanist Medium"/>
                <a:sym typeface="Urbanist Medium"/>
              </a:defRPr>
            </a:lvl9pPr>
          </a:lstStyle>
          <a:p/>
        </p:txBody>
      </p:sp>
      <p:sp>
        <p:nvSpPr>
          <p:cNvPr id="281" name="Google Shape;281;p24"/>
          <p:cNvSpPr txBox="1"/>
          <p:nvPr>
            <p:ph idx="9" type="body"/>
          </p:nvPr>
        </p:nvSpPr>
        <p:spPr>
          <a:xfrm>
            <a:off x="28535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2" name="Google Shape;282;p24"/>
          <p:cNvSpPr txBox="1"/>
          <p:nvPr>
            <p:ph idx="13" type="body"/>
          </p:nvPr>
        </p:nvSpPr>
        <p:spPr>
          <a:xfrm>
            <a:off x="216297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3" name="Google Shape;283;p24"/>
          <p:cNvSpPr txBox="1"/>
          <p:nvPr>
            <p:ph idx="14" type="body"/>
          </p:nvPr>
        </p:nvSpPr>
        <p:spPr>
          <a:xfrm>
            <a:off x="4087000"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4" name="Google Shape;284;p24"/>
          <p:cNvSpPr txBox="1"/>
          <p:nvPr>
            <p:ph idx="15" type="body"/>
          </p:nvPr>
        </p:nvSpPr>
        <p:spPr>
          <a:xfrm>
            <a:off x="5960425" y="3443925"/>
            <a:ext cx="1514700" cy="1413300"/>
          </a:xfrm>
          <a:prstGeom prst="rect">
            <a:avLst/>
          </a:prstGeom>
        </p:spPr>
        <p:txBody>
          <a:bodyPr anchorCtr="0" anchor="t" bIns="91425" lIns="0" spcFirstLastPara="1" rIns="91425" wrap="square" tIns="91425">
            <a:noAutofit/>
          </a:bodyPr>
          <a:lstStyle>
            <a:lvl1pPr indent="-285750" lvl="0" marL="457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1pPr>
            <a:lvl2pPr indent="-285750" lvl="1" marL="914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2pPr>
            <a:lvl3pPr indent="-285750" lvl="2" marL="1371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3pPr>
            <a:lvl4pPr indent="-285750" lvl="3" marL="1828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4pPr>
            <a:lvl5pPr indent="-285750" lvl="4" marL="22860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5pPr>
            <a:lvl6pPr indent="-285750" lvl="5" marL="27432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6pPr>
            <a:lvl7pPr indent="-285750" lvl="6" marL="32004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7pPr>
            <a:lvl8pPr indent="-285750" lvl="7" marL="36576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8pPr>
            <a:lvl9pPr indent="-285750" lvl="8" marL="4114800">
              <a:lnSpc>
                <a:spcPct val="115000"/>
              </a:lnSpc>
              <a:spcBef>
                <a:spcPts val="0"/>
              </a:spcBef>
              <a:spcAft>
                <a:spcPts val="0"/>
              </a:spcAft>
              <a:buSzPts val="900"/>
              <a:buFont typeface="Urbanist Medium"/>
              <a:buChar char="■"/>
              <a:defRPr sz="900">
                <a:latin typeface="Urbanist Medium"/>
                <a:ea typeface="Urbanist Medium"/>
                <a:cs typeface="Urbanist Medium"/>
                <a:sym typeface="Urbanist Medium"/>
              </a:defRPr>
            </a:lvl9pPr>
          </a:lstStyle>
          <a:p/>
        </p:txBody>
      </p:sp>
      <p:sp>
        <p:nvSpPr>
          <p:cNvPr id="285" name="Google Shape;285;p24"/>
          <p:cNvSpPr txBox="1"/>
          <p:nvPr>
            <p:ph idx="16" type="subTitle"/>
          </p:nvPr>
        </p:nvSpPr>
        <p:spPr>
          <a:xfrm>
            <a:off x="2834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6" name="Google Shape;286;p24"/>
          <p:cNvSpPr txBox="1"/>
          <p:nvPr>
            <p:ph idx="17" type="subTitle"/>
          </p:nvPr>
        </p:nvSpPr>
        <p:spPr>
          <a:xfrm>
            <a:off x="216297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7" name="Google Shape;287;p24"/>
          <p:cNvSpPr txBox="1"/>
          <p:nvPr>
            <p:ph idx="18" type="subTitle"/>
          </p:nvPr>
        </p:nvSpPr>
        <p:spPr>
          <a:xfrm>
            <a:off x="40863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8" name="Google Shape;288;p24"/>
          <p:cNvSpPr txBox="1"/>
          <p:nvPr>
            <p:ph idx="19" type="subTitle"/>
          </p:nvPr>
        </p:nvSpPr>
        <p:spPr>
          <a:xfrm>
            <a:off x="5960425" y="2950825"/>
            <a:ext cx="1514700" cy="190200"/>
          </a:xfrm>
          <a:prstGeom prst="rect">
            <a:avLst/>
          </a:prstGeom>
        </p:spPr>
        <p:txBody>
          <a:bodyPr anchorCtr="0" anchor="b" bIns="0" lIns="0" spcFirstLastPara="1" rIns="91425" wrap="square" tIns="0">
            <a:noAutofit/>
          </a:bodyPr>
          <a:lstStyle>
            <a:lvl1pPr lvl="0">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1pPr>
            <a:lvl2pPr lvl="1">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2pPr>
            <a:lvl3pPr lvl="2">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3pPr>
            <a:lvl4pPr lvl="3">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4pPr>
            <a:lvl5pPr lvl="4">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5pPr>
            <a:lvl6pPr lvl="5">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6pPr>
            <a:lvl7pPr lvl="6">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7pPr>
            <a:lvl8pPr lvl="7">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8pPr>
            <a:lvl9pPr lvl="8">
              <a:spcBef>
                <a:spcPts val="0"/>
              </a:spcBef>
              <a:spcAft>
                <a:spcPts val="0"/>
              </a:spcAft>
              <a:buClr>
                <a:schemeClr val="accent4"/>
              </a:buClr>
              <a:buSzPts val="1100"/>
              <a:buFont typeface="Poppins"/>
              <a:buNone/>
              <a:defRPr b="1" sz="1100">
                <a:solidFill>
                  <a:schemeClr val="accent4"/>
                </a:solidFill>
                <a:latin typeface="Poppins"/>
                <a:ea typeface="Poppins"/>
                <a:cs typeface="Poppins"/>
                <a:sym typeface="Poppins"/>
              </a:defRPr>
            </a:lvl9pPr>
          </a:lstStyle>
          <a:p/>
        </p:txBody>
      </p:sp>
      <p:sp>
        <p:nvSpPr>
          <p:cNvPr id="289" name="Google Shape;289;p24"/>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290" name="Google Shape;290;p24"/>
          <p:cNvSpPr txBox="1"/>
          <p:nvPr>
            <p:ph idx="20"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1" name="Google Shape;291;p24"/>
          <p:cNvSpPr txBox="1"/>
          <p:nvPr>
            <p:ph idx="21"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2" name="Google Shape;292;p24"/>
          <p:cNvSpPr txBox="1"/>
          <p:nvPr>
            <p:ph idx="22"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293" name="Google Shape;293;p2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p:cSld name="CUSTOM_5">
    <p:spTree>
      <p:nvGrpSpPr>
        <p:cNvPr id="294" name="Shape 294"/>
        <p:cNvGrpSpPr/>
        <p:nvPr/>
      </p:nvGrpSpPr>
      <p:grpSpPr>
        <a:xfrm>
          <a:off x="0" y="0"/>
          <a:ext cx="0" cy="0"/>
          <a:chOff x="0" y="0"/>
          <a:chExt cx="0" cy="0"/>
        </a:xfrm>
      </p:grpSpPr>
      <p:sp>
        <p:nvSpPr>
          <p:cNvPr id="295" name="Google Shape;295;p25"/>
          <p:cNvSpPr/>
          <p:nvPr>
            <p:ph idx="2" type="pic"/>
          </p:nvPr>
        </p:nvSpPr>
        <p:spPr>
          <a:xfrm>
            <a:off x="469875" y="1995075"/>
            <a:ext cx="418800" cy="418800"/>
          </a:xfrm>
          <a:prstGeom prst="ellipse">
            <a:avLst/>
          </a:prstGeom>
          <a:noFill/>
          <a:ln>
            <a:noFill/>
          </a:ln>
        </p:spPr>
      </p:sp>
      <p:sp>
        <p:nvSpPr>
          <p:cNvPr id="296" name="Google Shape;296;p25"/>
          <p:cNvSpPr/>
          <p:nvPr>
            <p:ph idx="3" type="pic"/>
          </p:nvPr>
        </p:nvSpPr>
        <p:spPr>
          <a:xfrm>
            <a:off x="888450" y="1995075"/>
            <a:ext cx="418800" cy="418800"/>
          </a:xfrm>
          <a:prstGeom prst="ellipse">
            <a:avLst/>
          </a:prstGeom>
          <a:noFill/>
          <a:ln>
            <a:noFill/>
          </a:ln>
        </p:spPr>
      </p:sp>
      <p:sp>
        <p:nvSpPr>
          <p:cNvPr id="297" name="Google Shape;297;p25"/>
          <p:cNvSpPr/>
          <p:nvPr>
            <p:ph idx="4" type="pic"/>
          </p:nvPr>
        </p:nvSpPr>
        <p:spPr>
          <a:xfrm>
            <a:off x="1307025" y="1995075"/>
            <a:ext cx="418800" cy="418800"/>
          </a:xfrm>
          <a:prstGeom prst="ellipse">
            <a:avLst/>
          </a:prstGeom>
          <a:noFill/>
          <a:ln>
            <a:noFill/>
          </a:ln>
        </p:spPr>
      </p:sp>
      <p:sp>
        <p:nvSpPr>
          <p:cNvPr id="298" name="Google Shape;298;p25"/>
          <p:cNvSpPr/>
          <p:nvPr>
            <p:ph idx="5" type="pic"/>
          </p:nvPr>
        </p:nvSpPr>
        <p:spPr>
          <a:xfrm>
            <a:off x="469875" y="2413650"/>
            <a:ext cx="418800" cy="418800"/>
          </a:xfrm>
          <a:prstGeom prst="ellipse">
            <a:avLst/>
          </a:prstGeom>
          <a:noFill/>
          <a:ln>
            <a:noFill/>
          </a:ln>
        </p:spPr>
      </p:sp>
      <p:sp>
        <p:nvSpPr>
          <p:cNvPr id="299" name="Google Shape;299;p25"/>
          <p:cNvSpPr/>
          <p:nvPr>
            <p:ph idx="6" type="pic"/>
          </p:nvPr>
        </p:nvSpPr>
        <p:spPr>
          <a:xfrm>
            <a:off x="888450" y="2413650"/>
            <a:ext cx="418800" cy="418800"/>
          </a:xfrm>
          <a:prstGeom prst="ellipse">
            <a:avLst/>
          </a:prstGeom>
          <a:noFill/>
          <a:ln>
            <a:noFill/>
          </a:ln>
        </p:spPr>
      </p:sp>
      <p:sp>
        <p:nvSpPr>
          <p:cNvPr id="300" name="Google Shape;300;p25"/>
          <p:cNvSpPr/>
          <p:nvPr>
            <p:ph idx="7" type="pic"/>
          </p:nvPr>
        </p:nvSpPr>
        <p:spPr>
          <a:xfrm>
            <a:off x="1307025" y="2413650"/>
            <a:ext cx="418800" cy="418800"/>
          </a:xfrm>
          <a:prstGeom prst="ellipse">
            <a:avLst/>
          </a:prstGeom>
          <a:noFill/>
          <a:ln>
            <a:noFill/>
          </a:ln>
        </p:spPr>
      </p:sp>
      <p:sp>
        <p:nvSpPr>
          <p:cNvPr id="301" name="Google Shape;301;p25"/>
          <p:cNvSpPr/>
          <p:nvPr>
            <p:ph idx="8" type="pic"/>
          </p:nvPr>
        </p:nvSpPr>
        <p:spPr>
          <a:xfrm>
            <a:off x="3330700" y="1995075"/>
            <a:ext cx="418800" cy="418800"/>
          </a:xfrm>
          <a:prstGeom prst="ellipse">
            <a:avLst/>
          </a:prstGeom>
          <a:noFill/>
          <a:ln>
            <a:noFill/>
          </a:ln>
        </p:spPr>
      </p:sp>
      <p:sp>
        <p:nvSpPr>
          <p:cNvPr id="302" name="Google Shape;302;p25"/>
          <p:cNvSpPr/>
          <p:nvPr>
            <p:ph idx="9" type="pic"/>
          </p:nvPr>
        </p:nvSpPr>
        <p:spPr>
          <a:xfrm>
            <a:off x="3749275" y="1995075"/>
            <a:ext cx="418800" cy="418800"/>
          </a:xfrm>
          <a:prstGeom prst="ellipse">
            <a:avLst/>
          </a:prstGeom>
          <a:noFill/>
          <a:ln>
            <a:noFill/>
          </a:ln>
        </p:spPr>
      </p:sp>
      <p:sp>
        <p:nvSpPr>
          <p:cNvPr id="303" name="Google Shape;303;p25"/>
          <p:cNvSpPr/>
          <p:nvPr>
            <p:ph idx="13" type="pic"/>
          </p:nvPr>
        </p:nvSpPr>
        <p:spPr>
          <a:xfrm>
            <a:off x="4167850" y="1995075"/>
            <a:ext cx="418800" cy="418800"/>
          </a:xfrm>
          <a:prstGeom prst="ellipse">
            <a:avLst/>
          </a:prstGeom>
          <a:noFill/>
          <a:ln>
            <a:noFill/>
          </a:ln>
        </p:spPr>
      </p:sp>
      <p:sp>
        <p:nvSpPr>
          <p:cNvPr id="304" name="Google Shape;304;p25"/>
          <p:cNvSpPr/>
          <p:nvPr>
            <p:ph idx="14" type="pic"/>
          </p:nvPr>
        </p:nvSpPr>
        <p:spPr>
          <a:xfrm>
            <a:off x="3330700" y="2413650"/>
            <a:ext cx="418800" cy="418800"/>
          </a:xfrm>
          <a:prstGeom prst="ellipse">
            <a:avLst/>
          </a:prstGeom>
          <a:noFill/>
          <a:ln>
            <a:noFill/>
          </a:ln>
        </p:spPr>
      </p:sp>
      <p:sp>
        <p:nvSpPr>
          <p:cNvPr id="305" name="Google Shape;305;p25"/>
          <p:cNvSpPr/>
          <p:nvPr>
            <p:ph idx="15" type="pic"/>
          </p:nvPr>
        </p:nvSpPr>
        <p:spPr>
          <a:xfrm>
            <a:off x="3749275" y="2413650"/>
            <a:ext cx="418800" cy="418800"/>
          </a:xfrm>
          <a:prstGeom prst="ellipse">
            <a:avLst/>
          </a:prstGeom>
          <a:noFill/>
          <a:ln>
            <a:noFill/>
          </a:ln>
        </p:spPr>
      </p:sp>
      <p:sp>
        <p:nvSpPr>
          <p:cNvPr id="306" name="Google Shape;306;p25"/>
          <p:cNvSpPr/>
          <p:nvPr>
            <p:ph idx="16" type="pic"/>
          </p:nvPr>
        </p:nvSpPr>
        <p:spPr>
          <a:xfrm>
            <a:off x="4167850" y="2413650"/>
            <a:ext cx="418800" cy="418800"/>
          </a:xfrm>
          <a:prstGeom prst="ellipse">
            <a:avLst/>
          </a:prstGeom>
          <a:noFill/>
          <a:ln>
            <a:noFill/>
          </a:ln>
        </p:spPr>
      </p:sp>
      <p:sp>
        <p:nvSpPr>
          <p:cNvPr id="307" name="Google Shape;307;p25"/>
          <p:cNvSpPr/>
          <p:nvPr>
            <p:ph idx="17" type="pic"/>
          </p:nvPr>
        </p:nvSpPr>
        <p:spPr>
          <a:xfrm>
            <a:off x="469875" y="3832025"/>
            <a:ext cx="418800" cy="418800"/>
          </a:xfrm>
          <a:prstGeom prst="ellipse">
            <a:avLst/>
          </a:prstGeom>
          <a:noFill/>
          <a:ln>
            <a:noFill/>
          </a:ln>
        </p:spPr>
      </p:sp>
      <p:sp>
        <p:nvSpPr>
          <p:cNvPr id="308" name="Google Shape;308;p25"/>
          <p:cNvSpPr/>
          <p:nvPr>
            <p:ph idx="18" type="pic"/>
          </p:nvPr>
        </p:nvSpPr>
        <p:spPr>
          <a:xfrm>
            <a:off x="888450" y="3832025"/>
            <a:ext cx="418800" cy="418800"/>
          </a:xfrm>
          <a:prstGeom prst="ellipse">
            <a:avLst/>
          </a:prstGeom>
          <a:noFill/>
          <a:ln>
            <a:noFill/>
          </a:ln>
        </p:spPr>
      </p:sp>
      <p:sp>
        <p:nvSpPr>
          <p:cNvPr id="309" name="Google Shape;309;p25"/>
          <p:cNvSpPr/>
          <p:nvPr>
            <p:ph idx="19" type="pic"/>
          </p:nvPr>
        </p:nvSpPr>
        <p:spPr>
          <a:xfrm>
            <a:off x="1307025" y="3832025"/>
            <a:ext cx="418800" cy="418800"/>
          </a:xfrm>
          <a:prstGeom prst="ellipse">
            <a:avLst/>
          </a:prstGeom>
          <a:noFill/>
          <a:ln>
            <a:noFill/>
          </a:ln>
        </p:spPr>
      </p:sp>
      <p:sp>
        <p:nvSpPr>
          <p:cNvPr id="310" name="Google Shape;310;p25"/>
          <p:cNvSpPr/>
          <p:nvPr>
            <p:ph idx="20" type="pic"/>
          </p:nvPr>
        </p:nvSpPr>
        <p:spPr>
          <a:xfrm>
            <a:off x="469875" y="4250600"/>
            <a:ext cx="418800" cy="418800"/>
          </a:xfrm>
          <a:prstGeom prst="ellipse">
            <a:avLst/>
          </a:prstGeom>
          <a:noFill/>
          <a:ln>
            <a:noFill/>
          </a:ln>
        </p:spPr>
      </p:sp>
      <p:sp>
        <p:nvSpPr>
          <p:cNvPr id="311" name="Google Shape;311;p25"/>
          <p:cNvSpPr/>
          <p:nvPr>
            <p:ph idx="21" type="pic"/>
          </p:nvPr>
        </p:nvSpPr>
        <p:spPr>
          <a:xfrm>
            <a:off x="888450" y="4250600"/>
            <a:ext cx="418800" cy="418800"/>
          </a:xfrm>
          <a:prstGeom prst="ellipse">
            <a:avLst/>
          </a:prstGeom>
          <a:noFill/>
          <a:ln>
            <a:noFill/>
          </a:ln>
        </p:spPr>
      </p:sp>
      <p:sp>
        <p:nvSpPr>
          <p:cNvPr id="312" name="Google Shape;312;p25"/>
          <p:cNvSpPr/>
          <p:nvPr>
            <p:ph idx="22" type="pic"/>
          </p:nvPr>
        </p:nvSpPr>
        <p:spPr>
          <a:xfrm>
            <a:off x="1307025" y="4250600"/>
            <a:ext cx="418800" cy="418800"/>
          </a:xfrm>
          <a:prstGeom prst="ellipse">
            <a:avLst/>
          </a:prstGeom>
          <a:noFill/>
          <a:ln>
            <a:noFill/>
          </a:ln>
        </p:spPr>
      </p:sp>
      <p:sp>
        <p:nvSpPr>
          <p:cNvPr id="313" name="Google Shape;313;p25"/>
          <p:cNvSpPr/>
          <p:nvPr>
            <p:ph idx="23" type="pic"/>
          </p:nvPr>
        </p:nvSpPr>
        <p:spPr>
          <a:xfrm>
            <a:off x="3330700" y="3832025"/>
            <a:ext cx="418800" cy="418800"/>
          </a:xfrm>
          <a:prstGeom prst="ellipse">
            <a:avLst/>
          </a:prstGeom>
          <a:noFill/>
          <a:ln>
            <a:noFill/>
          </a:ln>
        </p:spPr>
      </p:sp>
      <p:sp>
        <p:nvSpPr>
          <p:cNvPr id="314" name="Google Shape;314;p25"/>
          <p:cNvSpPr/>
          <p:nvPr>
            <p:ph idx="24" type="pic"/>
          </p:nvPr>
        </p:nvSpPr>
        <p:spPr>
          <a:xfrm>
            <a:off x="3749275" y="3832025"/>
            <a:ext cx="418800" cy="418800"/>
          </a:xfrm>
          <a:prstGeom prst="ellipse">
            <a:avLst/>
          </a:prstGeom>
          <a:noFill/>
          <a:ln>
            <a:noFill/>
          </a:ln>
        </p:spPr>
      </p:sp>
      <p:sp>
        <p:nvSpPr>
          <p:cNvPr id="315" name="Google Shape;315;p25"/>
          <p:cNvSpPr/>
          <p:nvPr>
            <p:ph idx="25" type="pic"/>
          </p:nvPr>
        </p:nvSpPr>
        <p:spPr>
          <a:xfrm>
            <a:off x="4167850" y="3832025"/>
            <a:ext cx="418800" cy="418800"/>
          </a:xfrm>
          <a:prstGeom prst="ellipse">
            <a:avLst/>
          </a:prstGeom>
          <a:noFill/>
          <a:ln>
            <a:noFill/>
          </a:ln>
        </p:spPr>
      </p:sp>
      <p:sp>
        <p:nvSpPr>
          <p:cNvPr id="316" name="Google Shape;316;p25"/>
          <p:cNvSpPr/>
          <p:nvPr>
            <p:ph idx="26" type="pic"/>
          </p:nvPr>
        </p:nvSpPr>
        <p:spPr>
          <a:xfrm>
            <a:off x="3330700" y="4250600"/>
            <a:ext cx="418800" cy="418800"/>
          </a:xfrm>
          <a:prstGeom prst="ellipse">
            <a:avLst/>
          </a:prstGeom>
          <a:noFill/>
          <a:ln>
            <a:noFill/>
          </a:ln>
        </p:spPr>
      </p:sp>
      <p:sp>
        <p:nvSpPr>
          <p:cNvPr id="317" name="Google Shape;317;p25"/>
          <p:cNvSpPr/>
          <p:nvPr>
            <p:ph idx="27" type="pic"/>
          </p:nvPr>
        </p:nvSpPr>
        <p:spPr>
          <a:xfrm>
            <a:off x="3749275" y="4250600"/>
            <a:ext cx="418800" cy="418800"/>
          </a:xfrm>
          <a:prstGeom prst="ellipse">
            <a:avLst/>
          </a:prstGeom>
          <a:noFill/>
          <a:ln>
            <a:noFill/>
          </a:ln>
        </p:spPr>
      </p:sp>
      <p:sp>
        <p:nvSpPr>
          <p:cNvPr id="318" name="Google Shape;318;p25"/>
          <p:cNvSpPr/>
          <p:nvPr>
            <p:ph idx="28" type="pic"/>
          </p:nvPr>
        </p:nvSpPr>
        <p:spPr>
          <a:xfrm>
            <a:off x="4167850" y="4250600"/>
            <a:ext cx="418800" cy="418800"/>
          </a:xfrm>
          <a:prstGeom prst="ellipse">
            <a:avLst/>
          </a:prstGeom>
          <a:noFill/>
          <a:ln>
            <a:noFill/>
          </a:ln>
        </p:spPr>
      </p:sp>
      <p:sp>
        <p:nvSpPr>
          <p:cNvPr id="319" name="Google Shape;319;p25"/>
          <p:cNvSpPr txBox="1"/>
          <p:nvPr>
            <p:ph type="title"/>
          </p:nvPr>
        </p:nvSpPr>
        <p:spPr>
          <a:xfrm>
            <a:off x="469875" y="1570725"/>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0" name="Google Shape;320;p25"/>
          <p:cNvSpPr txBox="1"/>
          <p:nvPr>
            <p:ph idx="29" type="title"/>
          </p:nvPr>
        </p:nvSpPr>
        <p:spPr>
          <a:xfrm>
            <a:off x="469875" y="3406431"/>
            <a:ext cx="2229000" cy="293100"/>
          </a:xfrm>
          <a:prstGeom prst="rect">
            <a:avLst/>
          </a:prstGeom>
        </p:spPr>
        <p:txBody>
          <a:bodyPr anchorCtr="0" anchor="t" bIns="0" lIns="0" spcFirstLastPara="1" rIns="91425" wrap="square" tIns="0">
            <a:noAutofit/>
          </a:bodyPr>
          <a:lstStyle>
            <a:lvl1pPr lvl="0">
              <a:spcBef>
                <a:spcPts val="0"/>
              </a:spcBef>
              <a:spcAft>
                <a:spcPts val="0"/>
              </a:spcAft>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2400"/>
              <a:buFont typeface="Poppins"/>
              <a:buNone/>
              <a:defRPr b="1" sz="2400">
                <a:latin typeface="Poppins"/>
                <a:ea typeface="Poppins"/>
                <a:cs typeface="Poppins"/>
                <a:sym typeface="Poppins"/>
              </a:defRPr>
            </a:lvl2pPr>
            <a:lvl3pPr lvl="2">
              <a:spcBef>
                <a:spcPts val="0"/>
              </a:spcBef>
              <a:spcAft>
                <a:spcPts val="0"/>
              </a:spcAft>
              <a:buClr>
                <a:schemeClr val="lt1"/>
              </a:buClr>
              <a:buSzPts val="2400"/>
              <a:buFont typeface="Poppins"/>
              <a:buNone/>
              <a:defRPr b="1" sz="2400">
                <a:latin typeface="Poppins"/>
                <a:ea typeface="Poppins"/>
                <a:cs typeface="Poppins"/>
                <a:sym typeface="Poppins"/>
              </a:defRPr>
            </a:lvl3pPr>
            <a:lvl4pPr lvl="3">
              <a:spcBef>
                <a:spcPts val="0"/>
              </a:spcBef>
              <a:spcAft>
                <a:spcPts val="0"/>
              </a:spcAft>
              <a:buClr>
                <a:schemeClr val="lt1"/>
              </a:buClr>
              <a:buSzPts val="2400"/>
              <a:buFont typeface="Poppins"/>
              <a:buNone/>
              <a:defRPr b="1" sz="2400">
                <a:latin typeface="Poppins"/>
                <a:ea typeface="Poppins"/>
                <a:cs typeface="Poppins"/>
                <a:sym typeface="Poppins"/>
              </a:defRPr>
            </a:lvl4pPr>
            <a:lvl5pPr lvl="4">
              <a:spcBef>
                <a:spcPts val="0"/>
              </a:spcBef>
              <a:spcAft>
                <a:spcPts val="0"/>
              </a:spcAft>
              <a:buClr>
                <a:schemeClr val="lt1"/>
              </a:buClr>
              <a:buSzPts val="2400"/>
              <a:buFont typeface="Poppins"/>
              <a:buNone/>
              <a:defRPr b="1" sz="2400">
                <a:latin typeface="Poppins"/>
                <a:ea typeface="Poppins"/>
                <a:cs typeface="Poppins"/>
                <a:sym typeface="Poppins"/>
              </a:defRPr>
            </a:lvl5pPr>
            <a:lvl6pPr lvl="5">
              <a:spcBef>
                <a:spcPts val="0"/>
              </a:spcBef>
              <a:spcAft>
                <a:spcPts val="0"/>
              </a:spcAft>
              <a:buClr>
                <a:schemeClr val="lt1"/>
              </a:buClr>
              <a:buSzPts val="2400"/>
              <a:buFont typeface="Poppins"/>
              <a:buNone/>
              <a:defRPr b="1" sz="2400">
                <a:latin typeface="Poppins"/>
                <a:ea typeface="Poppins"/>
                <a:cs typeface="Poppins"/>
                <a:sym typeface="Poppins"/>
              </a:defRPr>
            </a:lvl6pPr>
            <a:lvl7pPr lvl="6">
              <a:spcBef>
                <a:spcPts val="0"/>
              </a:spcBef>
              <a:spcAft>
                <a:spcPts val="0"/>
              </a:spcAft>
              <a:buClr>
                <a:schemeClr val="lt1"/>
              </a:buClr>
              <a:buSzPts val="2400"/>
              <a:buFont typeface="Poppins"/>
              <a:buNone/>
              <a:defRPr b="1" sz="2400">
                <a:latin typeface="Poppins"/>
                <a:ea typeface="Poppins"/>
                <a:cs typeface="Poppins"/>
                <a:sym typeface="Poppins"/>
              </a:defRPr>
            </a:lvl7pPr>
            <a:lvl8pPr lvl="7">
              <a:spcBef>
                <a:spcPts val="0"/>
              </a:spcBef>
              <a:spcAft>
                <a:spcPts val="0"/>
              </a:spcAft>
              <a:buClr>
                <a:schemeClr val="lt1"/>
              </a:buClr>
              <a:buSzPts val="2400"/>
              <a:buFont typeface="Poppins"/>
              <a:buNone/>
              <a:defRPr b="1" sz="2400">
                <a:latin typeface="Poppins"/>
                <a:ea typeface="Poppins"/>
                <a:cs typeface="Poppins"/>
                <a:sym typeface="Poppins"/>
              </a:defRPr>
            </a:lvl8pPr>
            <a:lvl9pPr lvl="8">
              <a:spcBef>
                <a:spcPts val="0"/>
              </a:spcBef>
              <a:spcAft>
                <a:spcPts val="0"/>
              </a:spcAft>
              <a:buClr>
                <a:schemeClr val="lt1"/>
              </a:buClr>
              <a:buSzPts val="2400"/>
              <a:buFont typeface="Poppins"/>
              <a:buNone/>
              <a:defRPr b="1" sz="2400">
                <a:latin typeface="Poppins"/>
                <a:ea typeface="Poppins"/>
                <a:cs typeface="Poppins"/>
                <a:sym typeface="Poppins"/>
              </a:defRPr>
            </a:lvl9pPr>
          </a:lstStyle>
          <a:p/>
        </p:txBody>
      </p:sp>
      <p:sp>
        <p:nvSpPr>
          <p:cNvPr id="321" name="Google Shape;321;p25"/>
          <p:cNvSpPr txBox="1"/>
          <p:nvPr>
            <p:ph idx="30" type="title"/>
          </p:nvPr>
        </p:nvSpPr>
        <p:spPr>
          <a:xfrm>
            <a:off x="3330700" y="3406431"/>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2" name="Google Shape;322;p25"/>
          <p:cNvSpPr txBox="1"/>
          <p:nvPr>
            <p:ph idx="31" type="title"/>
          </p:nvPr>
        </p:nvSpPr>
        <p:spPr>
          <a:xfrm>
            <a:off x="3330700" y="1570725"/>
            <a:ext cx="2229000" cy="2931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2pPr>
            <a:lvl3pPr lvl="2">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3pPr>
            <a:lvl4pPr lvl="3">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4pPr>
            <a:lvl5pPr lvl="4">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5pPr>
            <a:lvl6pPr lvl="5">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6pPr>
            <a:lvl7pPr lvl="6">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7pPr>
            <a:lvl8pPr lvl="7">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8pPr>
            <a:lvl9pPr lvl="8">
              <a:spcBef>
                <a:spcPts val="0"/>
              </a:spcBef>
              <a:spcAft>
                <a:spcPts val="0"/>
              </a:spcAft>
              <a:buClr>
                <a:schemeClr val="dk1"/>
              </a:buClr>
              <a:buSzPts val="2400"/>
              <a:buFont typeface="Poppins"/>
              <a:buNone/>
              <a:defRPr b="1" sz="2400">
                <a:solidFill>
                  <a:schemeClr val="dk1"/>
                </a:solidFill>
                <a:latin typeface="Poppins"/>
                <a:ea typeface="Poppins"/>
                <a:cs typeface="Poppins"/>
                <a:sym typeface="Poppins"/>
              </a:defRPr>
            </a:lvl9pPr>
          </a:lstStyle>
          <a:p/>
        </p:txBody>
      </p:sp>
      <p:sp>
        <p:nvSpPr>
          <p:cNvPr id="323" name="Google Shape;323;p25"/>
          <p:cNvSpPr txBox="1"/>
          <p:nvPr>
            <p:ph idx="32"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SzPts val="2400"/>
              <a:buNone/>
              <a:defRPr sz="2400"/>
            </a:lvl1pPr>
            <a:lvl2pPr lvl="1">
              <a:lnSpc>
                <a:spcPct val="90000"/>
              </a:lnSpc>
              <a:spcBef>
                <a:spcPts val="0"/>
              </a:spcBef>
              <a:spcAft>
                <a:spcPts val="0"/>
              </a:spcAft>
              <a:buClr>
                <a:schemeClr val="lt1"/>
              </a:buClr>
              <a:buSzPts val="2400"/>
              <a:buNone/>
              <a:defRPr sz="2400"/>
            </a:lvl2pPr>
            <a:lvl3pPr lvl="2">
              <a:lnSpc>
                <a:spcPct val="90000"/>
              </a:lnSpc>
              <a:spcBef>
                <a:spcPts val="0"/>
              </a:spcBef>
              <a:spcAft>
                <a:spcPts val="0"/>
              </a:spcAft>
              <a:buClr>
                <a:schemeClr val="lt1"/>
              </a:buClr>
              <a:buSzPts val="2400"/>
              <a:buNone/>
              <a:defRPr sz="2400"/>
            </a:lvl3pPr>
            <a:lvl4pPr lvl="3">
              <a:lnSpc>
                <a:spcPct val="90000"/>
              </a:lnSpc>
              <a:spcBef>
                <a:spcPts val="0"/>
              </a:spcBef>
              <a:spcAft>
                <a:spcPts val="0"/>
              </a:spcAft>
              <a:buClr>
                <a:schemeClr val="lt1"/>
              </a:buClr>
              <a:buSzPts val="2400"/>
              <a:buNone/>
              <a:defRPr sz="2400"/>
            </a:lvl4pPr>
            <a:lvl5pPr lvl="4">
              <a:lnSpc>
                <a:spcPct val="90000"/>
              </a:lnSpc>
              <a:spcBef>
                <a:spcPts val="0"/>
              </a:spcBef>
              <a:spcAft>
                <a:spcPts val="0"/>
              </a:spcAft>
              <a:buClr>
                <a:schemeClr val="lt1"/>
              </a:buClr>
              <a:buSzPts val="2400"/>
              <a:buNone/>
              <a:defRPr sz="2400"/>
            </a:lvl5pPr>
            <a:lvl6pPr lvl="5">
              <a:lnSpc>
                <a:spcPct val="90000"/>
              </a:lnSpc>
              <a:spcBef>
                <a:spcPts val="0"/>
              </a:spcBef>
              <a:spcAft>
                <a:spcPts val="0"/>
              </a:spcAft>
              <a:buClr>
                <a:schemeClr val="lt1"/>
              </a:buClr>
              <a:buSzPts val="2400"/>
              <a:buNone/>
              <a:defRPr sz="2400"/>
            </a:lvl6pPr>
            <a:lvl7pPr lvl="6">
              <a:lnSpc>
                <a:spcPct val="90000"/>
              </a:lnSpc>
              <a:spcBef>
                <a:spcPts val="0"/>
              </a:spcBef>
              <a:spcAft>
                <a:spcPts val="0"/>
              </a:spcAft>
              <a:buClr>
                <a:schemeClr val="lt1"/>
              </a:buClr>
              <a:buSzPts val="2400"/>
              <a:buNone/>
              <a:defRPr sz="2400"/>
            </a:lvl7pPr>
            <a:lvl8pPr lvl="7">
              <a:lnSpc>
                <a:spcPct val="90000"/>
              </a:lnSpc>
              <a:spcBef>
                <a:spcPts val="0"/>
              </a:spcBef>
              <a:spcAft>
                <a:spcPts val="0"/>
              </a:spcAft>
              <a:buClr>
                <a:schemeClr val="lt1"/>
              </a:buClr>
              <a:buSzPts val="2400"/>
              <a:buNone/>
              <a:defRPr sz="2400"/>
            </a:lvl8pPr>
            <a:lvl9pPr lvl="8">
              <a:lnSpc>
                <a:spcPct val="90000"/>
              </a:lnSpc>
              <a:spcBef>
                <a:spcPts val="0"/>
              </a:spcBef>
              <a:spcAft>
                <a:spcPts val="0"/>
              </a:spcAft>
              <a:buClr>
                <a:schemeClr val="lt1"/>
              </a:buClr>
              <a:buSzPts val="2400"/>
              <a:buNone/>
              <a:defRPr sz="2400"/>
            </a:lvl9pPr>
          </a:lstStyle>
          <a:p/>
        </p:txBody>
      </p:sp>
      <p:sp>
        <p:nvSpPr>
          <p:cNvPr id="324" name="Google Shape;324;p25"/>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5" name="Google Shape;325;p25"/>
          <p:cNvSpPr txBox="1"/>
          <p:nvPr>
            <p:ph idx="3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26" name="Google Shape;326;p25"/>
          <p:cNvSpPr txBox="1"/>
          <p:nvPr>
            <p:ph idx="3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27" name="Google Shape;327;p2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1">
  <p:cSld name="CUSTOM_6">
    <p:spTree>
      <p:nvGrpSpPr>
        <p:cNvPr id="328" name="Shape 328"/>
        <p:cNvGrpSpPr/>
        <p:nvPr/>
      </p:nvGrpSpPr>
      <p:grpSpPr>
        <a:xfrm>
          <a:off x="0" y="0"/>
          <a:ext cx="0" cy="0"/>
          <a:chOff x="0" y="0"/>
          <a:chExt cx="0" cy="0"/>
        </a:xfrm>
      </p:grpSpPr>
      <p:pic>
        <p:nvPicPr>
          <p:cNvPr id="329" name="Google Shape;329;p26"/>
          <p:cNvPicPr preferRelativeResize="0"/>
          <p:nvPr/>
        </p:nvPicPr>
        <p:blipFill rotWithShape="1">
          <a:blip r:embed="rId2">
            <a:alphaModFix/>
          </a:blip>
          <a:srcRect b="39661" l="32511" r="27293" t="0"/>
          <a:stretch/>
        </p:blipFill>
        <p:spPr>
          <a:xfrm>
            <a:off x="1701300" y="1641428"/>
            <a:ext cx="653100" cy="653400"/>
          </a:xfrm>
          <a:prstGeom prst="ellipse">
            <a:avLst/>
          </a:prstGeom>
          <a:noFill/>
          <a:ln>
            <a:noFill/>
          </a:ln>
        </p:spPr>
      </p:pic>
      <p:sp>
        <p:nvSpPr>
          <p:cNvPr id="330" name="Google Shape;330;p26"/>
          <p:cNvSpPr/>
          <p:nvPr>
            <p:ph idx="2" type="pic"/>
          </p:nvPr>
        </p:nvSpPr>
        <p:spPr>
          <a:xfrm>
            <a:off x="1701300" y="1641575"/>
            <a:ext cx="653100" cy="653100"/>
          </a:xfrm>
          <a:prstGeom prst="ellipse">
            <a:avLst/>
          </a:prstGeom>
          <a:noFill/>
          <a:ln>
            <a:noFill/>
          </a:ln>
        </p:spPr>
      </p:sp>
      <p:sp>
        <p:nvSpPr>
          <p:cNvPr id="331" name="Google Shape;331;p26"/>
          <p:cNvSpPr txBox="1"/>
          <p:nvPr>
            <p:ph idx="1" type="subTitle"/>
          </p:nvPr>
        </p:nvSpPr>
        <p:spPr>
          <a:xfrm>
            <a:off x="42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32" name="Google Shape;332;p26"/>
          <p:cNvSpPr txBox="1"/>
          <p:nvPr>
            <p:ph idx="3" type="subTitle"/>
          </p:nvPr>
        </p:nvSpPr>
        <p:spPr>
          <a:xfrm>
            <a:off x="42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33" name="Google Shape;333;p26"/>
          <p:cNvPicPr preferRelativeResize="0"/>
          <p:nvPr/>
        </p:nvPicPr>
        <p:blipFill rotWithShape="1">
          <a:blip r:embed="rId2">
            <a:alphaModFix/>
          </a:blip>
          <a:srcRect b="39661" l="32511" r="27293" t="0"/>
          <a:stretch/>
        </p:blipFill>
        <p:spPr>
          <a:xfrm>
            <a:off x="4206300" y="1641428"/>
            <a:ext cx="653100" cy="653400"/>
          </a:xfrm>
          <a:prstGeom prst="ellipse">
            <a:avLst/>
          </a:prstGeom>
          <a:noFill/>
          <a:ln>
            <a:noFill/>
          </a:ln>
        </p:spPr>
      </p:pic>
      <p:sp>
        <p:nvSpPr>
          <p:cNvPr id="334" name="Google Shape;334;p26"/>
          <p:cNvSpPr/>
          <p:nvPr>
            <p:ph idx="4" type="pic"/>
          </p:nvPr>
        </p:nvSpPr>
        <p:spPr>
          <a:xfrm>
            <a:off x="4206300" y="1641575"/>
            <a:ext cx="653100" cy="653100"/>
          </a:xfrm>
          <a:prstGeom prst="ellipse">
            <a:avLst/>
          </a:prstGeom>
          <a:noFill/>
          <a:ln>
            <a:noFill/>
          </a:ln>
        </p:spPr>
      </p:sp>
      <p:sp>
        <p:nvSpPr>
          <p:cNvPr id="335" name="Google Shape;335;p26"/>
          <p:cNvSpPr txBox="1"/>
          <p:nvPr>
            <p:ph idx="5" type="subTitle"/>
          </p:nvPr>
        </p:nvSpPr>
        <p:spPr>
          <a:xfrm>
            <a:off x="2930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36" name="Google Shape;336;p26"/>
          <p:cNvSpPr txBox="1"/>
          <p:nvPr>
            <p:ph idx="6" type="subTitle"/>
          </p:nvPr>
        </p:nvSpPr>
        <p:spPr>
          <a:xfrm>
            <a:off x="2930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37" name="Google Shape;337;p26"/>
          <p:cNvPicPr preferRelativeResize="0"/>
          <p:nvPr/>
        </p:nvPicPr>
        <p:blipFill rotWithShape="1">
          <a:blip r:embed="rId2">
            <a:alphaModFix/>
          </a:blip>
          <a:srcRect b="39661" l="32511" r="27293" t="0"/>
          <a:stretch/>
        </p:blipFill>
        <p:spPr>
          <a:xfrm>
            <a:off x="6711300" y="1641428"/>
            <a:ext cx="653100" cy="653400"/>
          </a:xfrm>
          <a:prstGeom prst="ellipse">
            <a:avLst/>
          </a:prstGeom>
          <a:noFill/>
          <a:ln>
            <a:noFill/>
          </a:ln>
        </p:spPr>
      </p:pic>
      <p:sp>
        <p:nvSpPr>
          <p:cNvPr id="338" name="Google Shape;338;p26"/>
          <p:cNvSpPr/>
          <p:nvPr>
            <p:ph idx="7" type="pic"/>
          </p:nvPr>
        </p:nvSpPr>
        <p:spPr>
          <a:xfrm>
            <a:off x="6711300" y="1641575"/>
            <a:ext cx="653100" cy="653100"/>
          </a:xfrm>
          <a:prstGeom prst="ellipse">
            <a:avLst/>
          </a:prstGeom>
          <a:noFill/>
          <a:ln>
            <a:noFill/>
          </a:ln>
        </p:spPr>
      </p:sp>
      <p:sp>
        <p:nvSpPr>
          <p:cNvPr id="339" name="Google Shape;339;p26"/>
          <p:cNvSpPr txBox="1"/>
          <p:nvPr>
            <p:ph idx="8" type="subTitle"/>
          </p:nvPr>
        </p:nvSpPr>
        <p:spPr>
          <a:xfrm>
            <a:off x="5435050" y="17138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0" name="Google Shape;340;p26"/>
          <p:cNvSpPr txBox="1"/>
          <p:nvPr>
            <p:ph idx="9" type="subTitle"/>
          </p:nvPr>
        </p:nvSpPr>
        <p:spPr>
          <a:xfrm>
            <a:off x="5435050" y="20281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1" name="Google Shape;341;p26"/>
          <p:cNvPicPr preferRelativeResize="0"/>
          <p:nvPr/>
        </p:nvPicPr>
        <p:blipFill rotWithShape="1">
          <a:blip r:embed="rId2">
            <a:alphaModFix/>
          </a:blip>
          <a:srcRect b="39661" l="32511" r="27293" t="0"/>
          <a:stretch/>
        </p:blipFill>
        <p:spPr>
          <a:xfrm>
            <a:off x="1701300" y="2749328"/>
            <a:ext cx="653100" cy="653400"/>
          </a:xfrm>
          <a:prstGeom prst="ellipse">
            <a:avLst/>
          </a:prstGeom>
          <a:noFill/>
          <a:ln>
            <a:noFill/>
          </a:ln>
        </p:spPr>
      </p:pic>
      <p:sp>
        <p:nvSpPr>
          <p:cNvPr id="342" name="Google Shape;342;p26"/>
          <p:cNvSpPr/>
          <p:nvPr>
            <p:ph idx="13" type="pic"/>
          </p:nvPr>
        </p:nvSpPr>
        <p:spPr>
          <a:xfrm>
            <a:off x="1701300" y="2749475"/>
            <a:ext cx="653100" cy="653100"/>
          </a:xfrm>
          <a:prstGeom prst="ellipse">
            <a:avLst/>
          </a:prstGeom>
          <a:noFill/>
          <a:ln>
            <a:noFill/>
          </a:ln>
        </p:spPr>
      </p:sp>
      <p:sp>
        <p:nvSpPr>
          <p:cNvPr id="343" name="Google Shape;343;p26"/>
          <p:cNvSpPr txBox="1"/>
          <p:nvPr>
            <p:ph idx="14" type="subTitle"/>
          </p:nvPr>
        </p:nvSpPr>
        <p:spPr>
          <a:xfrm>
            <a:off x="42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44" name="Google Shape;344;p26"/>
          <p:cNvSpPr txBox="1"/>
          <p:nvPr>
            <p:ph idx="15" type="subTitle"/>
          </p:nvPr>
        </p:nvSpPr>
        <p:spPr>
          <a:xfrm>
            <a:off x="42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45" name="Google Shape;345;p26"/>
          <p:cNvPicPr preferRelativeResize="0"/>
          <p:nvPr/>
        </p:nvPicPr>
        <p:blipFill rotWithShape="1">
          <a:blip r:embed="rId2">
            <a:alphaModFix/>
          </a:blip>
          <a:srcRect b="39661" l="32511" r="27293" t="0"/>
          <a:stretch/>
        </p:blipFill>
        <p:spPr>
          <a:xfrm>
            <a:off x="4206300" y="2749328"/>
            <a:ext cx="653100" cy="653400"/>
          </a:xfrm>
          <a:prstGeom prst="ellipse">
            <a:avLst/>
          </a:prstGeom>
          <a:noFill/>
          <a:ln>
            <a:noFill/>
          </a:ln>
        </p:spPr>
      </p:pic>
      <p:sp>
        <p:nvSpPr>
          <p:cNvPr id="346" name="Google Shape;346;p26"/>
          <p:cNvSpPr/>
          <p:nvPr>
            <p:ph idx="16" type="pic"/>
          </p:nvPr>
        </p:nvSpPr>
        <p:spPr>
          <a:xfrm>
            <a:off x="4206300" y="2749475"/>
            <a:ext cx="653100" cy="653100"/>
          </a:xfrm>
          <a:prstGeom prst="ellipse">
            <a:avLst/>
          </a:prstGeom>
          <a:noFill/>
          <a:ln>
            <a:noFill/>
          </a:ln>
        </p:spPr>
      </p:sp>
      <p:sp>
        <p:nvSpPr>
          <p:cNvPr id="347" name="Google Shape;347;p26"/>
          <p:cNvSpPr txBox="1"/>
          <p:nvPr>
            <p:ph idx="17" type="subTitle"/>
          </p:nvPr>
        </p:nvSpPr>
        <p:spPr>
          <a:xfrm>
            <a:off x="2930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48" name="Google Shape;348;p26"/>
          <p:cNvSpPr txBox="1"/>
          <p:nvPr>
            <p:ph idx="18" type="subTitle"/>
          </p:nvPr>
        </p:nvSpPr>
        <p:spPr>
          <a:xfrm>
            <a:off x="2930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49" name="Google Shape;349;p26"/>
          <p:cNvPicPr preferRelativeResize="0"/>
          <p:nvPr/>
        </p:nvPicPr>
        <p:blipFill rotWithShape="1">
          <a:blip r:embed="rId2">
            <a:alphaModFix/>
          </a:blip>
          <a:srcRect b="39661" l="32511" r="27293" t="0"/>
          <a:stretch/>
        </p:blipFill>
        <p:spPr>
          <a:xfrm>
            <a:off x="6711300" y="2749328"/>
            <a:ext cx="653100" cy="653400"/>
          </a:xfrm>
          <a:prstGeom prst="ellipse">
            <a:avLst/>
          </a:prstGeom>
          <a:noFill/>
          <a:ln>
            <a:noFill/>
          </a:ln>
        </p:spPr>
      </p:pic>
      <p:sp>
        <p:nvSpPr>
          <p:cNvPr id="350" name="Google Shape;350;p26"/>
          <p:cNvSpPr/>
          <p:nvPr>
            <p:ph idx="19" type="pic"/>
          </p:nvPr>
        </p:nvSpPr>
        <p:spPr>
          <a:xfrm>
            <a:off x="6711300" y="2749475"/>
            <a:ext cx="653100" cy="653100"/>
          </a:xfrm>
          <a:prstGeom prst="ellipse">
            <a:avLst/>
          </a:prstGeom>
          <a:noFill/>
          <a:ln>
            <a:noFill/>
          </a:ln>
        </p:spPr>
      </p:sp>
      <p:sp>
        <p:nvSpPr>
          <p:cNvPr id="351" name="Google Shape;351;p26"/>
          <p:cNvSpPr txBox="1"/>
          <p:nvPr>
            <p:ph idx="20" type="subTitle"/>
          </p:nvPr>
        </p:nvSpPr>
        <p:spPr>
          <a:xfrm>
            <a:off x="5435050" y="28217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52" name="Google Shape;352;p26"/>
          <p:cNvSpPr txBox="1"/>
          <p:nvPr>
            <p:ph idx="21" type="subTitle"/>
          </p:nvPr>
        </p:nvSpPr>
        <p:spPr>
          <a:xfrm>
            <a:off x="5435050" y="31360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53" name="Google Shape;353;p26"/>
          <p:cNvPicPr preferRelativeResize="0"/>
          <p:nvPr/>
        </p:nvPicPr>
        <p:blipFill rotWithShape="1">
          <a:blip r:embed="rId2">
            <a:alphaModFix/>
          </a:blip>
          <a:srcRect b="39661" l="32511" r="27293" t="0"/>
          <a:stretch/>
        </p:blipFill>
        <p:spPr>
          <a:xfrm>
            <a:off x="1701300" y="3857228"/>
            <a:ext cx="653100" cy="653400"/>
          </a:xfrm>
          <a:prstGeom prst="ellipse">
            <a:avLst/>
          </a:prstGeom>
          <a:noFill/>
          <a:ln>
            <a:noFill/>
          </a:ln>
        </p:spPr>
      </p:pic>
      <p:sp>
        <p:nvSpPr>
          <p:cNvPr id="354" name="Google Shape;354;p26"/>
          <p:cNvSpPr/>
          <p:nvPr>
            <p:ph idx="22" type="pic"/>
          </p:nvPr>
        </p:nvSpPr>
        <p:spPr>
          <a:xfrm>
            <a:off x="1701300" y="3857375"/>
            <a:ext cx="653100" cy="653100"/>
          </a:xfrm>
          <a:prstGeom prst="ellipse">
            <a:avLst/>
          </a:prstGeom>
          <a:noFill/>
          <a:ln>
            <a:noFill/>
          </a:ln>
        </p:spPr>
      </p:sp>
      <p:sp>
        <p:nvSpPr>
          <p:cNvPr id="355" name="Google Shape;355;p26"/>
          <p:cNvSpPr txBox="1"/>
          <p:nvPr>
            <p:ph idx="23" type="subTitle"/>
          </p:nvPr>
        </p:nvSpPr>
        <p:spPr>
          <a:xfrm>
            <a:off x="425050"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56" name="Google Shape;356;p26"/>
          <p:cNvSpPr txBox="1"/>
          <p:nvPr>
            <p:ph idx="24" type="subTitle"/>
          </p:nvPr>
        </p:nvSpPr>
        <p:spPr>
          <a:xfrm>
            <a:off x="425050"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pic>
        <p:nvPicPr>
          <p:cNvPr id="357" name="Google Shape;357;p26"/>
          <p:cNvPicPr preferRelativeResize="0"/>
          <p:nvPr/>
        </p:nvPicPr>
        <p:blipFill rotWithShape="1">
          <a:blip r:embed="rId2">
            <a:alphaModFix/>
          </a:blip>
          <a:srcRect b="39661" l="32511" r="27293" t="0"/>
          <a:stretch/>
        </p:blipFill>
        <p:spPr>
          <a:xfrm>
            <a:off x="4214044" y="3857228"/>
            <a:ext cx="653100" cy="653400"/>
          </a:xfrm>
          <a:prstGeom prst="ellipse">
            <a:avLst/>
          </a:prstGeom>
          <a:noFill/>
          <a:ln>
            <a:noFill/>
          </a:ln>
        </p:spPr>
      </p:pic>
      <p:sp>
        <p:nvSpPr>
          <p:cNvPr id="358" name="Google Shape;358;p26"/>
          <p:cNvSpPr/>
          <p:nvPr>
            <p:ph idx="25" type="pic"/>
          </p:nvPr>
        </p:nvSpPr>
        <p:spPr>
          <a:xfrm>
            <a:off x="4214044" y="3857375"/>
            <a:ext cx="653100" cy="653100"/>
          </a:xfrm>
          <a:prstGeom prst="ellipse">
            <a:avLst/>
          </a:prstGeom>
          <a:noFill/>
          <a:ln>
            <a:noFill/>
          </a:ln>
        </p:spPr>
      </p:sp>
      <p:sp>
        <p:nvSpPr>
          <p:cNvPr id="359" name="Google Shape;359;p26"/>
          <p:cNvSpPr txBox="1"/>
          <p:nvPr>
            <p:ph idx="26" type="subTitle"/>
          </p:nvPr>
        </p:nvSpPr>
        <p:spPr>
          <a:xfrm>
            <a:off x="2937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60" name="Google Shape;360;p26"/>
          <p:cNvSpPr txBox="1"/>
          <p:nvPr>
            <p:ph idx="27" type="subTitle"/>
          </p:nvPr>
        </p:nvSpPr>
        <p:spPr>
          <a:xfrm>
            <a:off x="2937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pic>
        <p:nvPicPr>
          <p:cNvPr id="361" name="Google Shape;361;p26"/>
          <p:cNvPicPr preferRelativeResize="0"/>
          <p:nvPr/>
        </p:nvPicPr>
        <p:blipFill rotWithShape="1">
          <a:blip r:embed="rId2">
            <a:alphaModFix/>
          </a:blip>
          <a:srcRect b="39661" l="32511" r="27293" t="0"/>
          <a:stretch/>
        </p:blipFill>
        <p:spPr>
          <a:xfrm>
            <a:off x="6719044" y="3857228"/>
            <a:ext cx="653100" cy="653400"/>
          </a:xfrm>
          <a:prstGeom prst="ellipse">
            <a:avLst/>
          </a:prstGeom>
          <a:noFill/>
          <a:ln>
            <a:noFill/>
          </a:ln>
        </p:spPr>
      </p:pic>
      <p:sp>
        <p:nvSpPr>
          <p:cNvPr id="362" name="Google Shape;362;p26"/>
          <p:cNvSpPr/>
          <p:nvPr>
            <p:ph idx="28" type="pic"/>
          </p:nvPr>
        </p:nvSpPr>
        <p:spPr>
          <a:xfrm>
            <a:off x="6719044" y="3857375"/>
            <a:ext cx="653100" cy="653100"/>
          </a:xfrm>
          <a:prstGeom prst="ellipse">
            <a:avLst/>
          </a:prstGeom>
          <a:noFill/>
          <a:ln>
            <a:noFill/>
          </a:ln>
        </p:spPr>
      </p:sp>
      <p:sp>
        <p:nvSpPr>
          <p:cNvPr id="363" name="Google Shape;363;p26"/>
          <p:cNvSpPr txBox="1"/>
          <p:nvPr>
            <p:ph idx="29" type="subTitle"/>
          </p:nvPr>
        </p:nvSpPr>
        <p:spPr>
          <a:xfrm>
            <a:off x="5442794" y="3929678"/>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64" name="Google Shape;364;p26"/>
          <p:cNvSpPr txBox="1"/>
          <p:nvPr>
            <p:ph idx="30" type="subTitle"/>
          </p:nvPr>
        </p:nvSpPr>
        <p:spPr>
          <a:xfrm>
            <a:off x="5442794" y="4243955"/>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65" name="Google Shape;365;p26"/>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366" name="Google Shape;366;p26"/>
          <p:cNvSpPr txBox="1"/>
          <p:nvPr>
            <p:ph idx="3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7" name="Google Shape;367;p26"/>
          <p:cNvSpPr txBox="1"/>
          <p:nvPr>
            <p:ph idx="3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26"/>
          <p:cNvSpPr txBox="1"/>
          <p:nvPr>
            <p:ph idx="3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369" name="Google Shape;369;p2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ards - Alt 2">
  <p:cSld name="CUSTOM_6_1">
    <p:spTree>
      <p:nvGrpSpPr>
        <p:cNvPr id="370" name="Shape 370"/>
        <p:cNvGrpSpPr/>
        <p:nvPr/>
      </p:nvGrpSpPr>
      <p:grpSpPr>
        <a:xfrm>
          <a:off x="0" y="0"/>
          <a:ext cx="0" cy="0"/>
          <a:chOff x="0" y="0"/>
          <a:chExt cx="0" cy="0"/>
        </a:xfrm>
      </p:grpSpPr>
      <p:sp>
        <p:nvSpPr>
          <p:cNvPr id="371" name="Google Shape;371;p27"/>
          <p:cNvSpPr txBox="1"/>
          <p:nvPr>
            <p:ph idx="1" type="subTitle"/>
          </p:nvPr>
        </p:nvSpPr>
        <p:spPr>
          <a:xfrm>
            <a:off x="284700"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2" name="Google Shape;372;p27"/>
          <p:cNvSpPr txBox="1"/>
          <p:nvPr>
            <p:ph idx="2" type="subTitle"/>
          </p:nvPr>
        </p:nvSpPr>
        <p:spPr>
          <a:xfrm>
            <a:off x="3375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3" name="Google Shape;373;p27"/>
          <p:cNvSpPr txBox="1"/>
          <p:nvPr>
            <p:ph idx="3" type="subTitle"/>
          </p:nvPr>
        </p:nvSpPr>
        <p:spPr>
          <a:xfrm>
            <a:off x="6350375" y="1013951"/>
            <a:ext cx="2508900" cy="288300"/>
          </a:xfrm>
          <a:prstGeom prst="rect">
            <a:avLst/>
          </a:prstGeom>
        </p:spPr>
        <p:txBody>
          <a:bodyPr anchorCtr="0" anchor="t" bIns="91425" lIns="0" spcFirstLastPara="1" rIns="91425" wrap="square" tIns="91425">
            <a:spAutoFit/>
          </a:bodyPr>
          <a:lstStyle>
            <a:lvl1pPr lvl="0" algn="ctr">
              <a:spcBef>
                <a:spcPts val="0"/>
              </a:spcBef>
              <a:spcAft>
                <a:spcPts val="0"/>
              </a:spcAft>
              <a:buNone/>
              <a:defRPr b="1">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74" name="Google Shape;374;p27"/>
          <p:cNvSpPr/>
          <p:nvPr>
            <p:ph idx="4" type="pic"/>
          </p:nvPr>
        </p:nvSpPr>
        <p:spPr>
          <a:xfrm>
            <a:off x="1811447" y="1687497"/>
            <a:ext cx="653100" cy="653100"/>
          </a:xfrm>
          <a:prstGeom prst="ellipse">
            <a:avLst/>
          </a:prstGeom>
          <a:noFill/>
          <a:ln>
            <a:noFill/>
          </a:ln>
        </p:spPr>
      </p:sp>
      <p:sp>
        <p:nvSpPr>
          <p:cNvPr id="375" name="Google Shape;375;p27"/>
          <p:cNvSpPr txBox="1"/>
          <p:nvPr>
            <p:ph idx="5" type="subTitle"/>
          </p:nvPr>
        </p:nvSpPr>
        <p:spPr>
          <a:xfrm>
            <a:off x="535197"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6" name="Google Shape;376;p27"/>
          <p:cNvSpPr txBox="1"/>
          <p:nvPr>
            <p:ph idx="6" type="subTitle"/>
          </p:nvPr>
        </p:nvSpPr>
        <p:spPr>
          <a:xfrm>
            <a:off x="535197"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77" name="Google Shape;377;p27"/>
          <p:cNvSpPr/>
          <p:nvPr>
            <p:ph idx="7" type="pic"/>
          </p:nvPr>
        </p:nvSpPr>
        <p:spPr>
          <a:xfrm>
            <a:off x="1811447" y="2709697"/>
            <a:ext cx="653100" cy="653100"/>
          </a:xfrm>
          <a:prstGeom prst="ellipse">
            <a:avLst/>
          </a:prstGeom>
          <a:noFill/>
          <a:ln>
            <a:noFill/>
          </a:ln>
        </p:spPr>
      </p:sp>
      <p:sp>
        <p:nvSpPr>
          <p:cNvPr id="378" name="Google Shape;378;p27"/>
          <p:cNvSpPr txBox="1"/>
          <p:nvPr>
            <p:ph idx="8" type="subTitle"/>
          </p:nvPr>
        </p:nvSpPr>
        <p:spPr>
          <a:xfrm>
            <a:off x="535197"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79" name="Google Shape;379;p27"/>
          <p:cNvSpPr txBox="1"/>
          <p:nvPr>
            <p:ph idx="9" type="subTitle"/>
          </p:nvPr>
        </p:nvSpPr>
        <p:spPr>
          <a:xfrm>
            <a:off x="535197"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0" name="Google Shape;380;p27"/>
          <p:cNvSpPr/>
          <p:nvPr>
            <p:ph idx="13" type="pic"/>
          </p:nvPr>
        </p:nvSpPr>
        <p:spPr>
          <a:xfrm>
            <a:off x="1811447" y="3731897"/>
            <a:ext cx="653100" cy="653100"/>
          </a:xfrm>
          <a:prstGeom prst="ellipse">
            <a:avLst/>
          </a:prstGeom>
          <a:noFill/>
          <a:ln>
            <a:noFill/>
          </a:ln>
        </p:spPr>
      </p:sp>
      <p:sp>
        <p:nvSpPr>
          <p:cNvPr id="381" name="Google Shape;381;p27"/>
          <p:cNvSpPr txBox="1"/>
          <p:nvPr>
            <p:ph idx="14" type="subTitle"/>
          </p:nvPr>
        </p:nvSpPr>
        <p:spPr>
          <a:xfrm>
            <a:off x="535197"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82" name="Google Shape;382;p27"/>
          <p:cNvSpPr txBox="1"/>
          <p:nvPr>
            <p:ph idx="15" type="subTitle"/>
          </p:nvPr>
        </p:nvSpPr>
        <p:spPr>
          <a:xfrm>
            <a:off x="535197"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83" name="Google Shape;383;p27"/>
          <p:cNvSpPr/>
          <p:nvPr>
            <p:ph idx="16" type="pic"/>
          </p:nvPr>
        </p:nvSpPr>
        <p:spPr>
          <a:xfrm>
            <a:off x="4913135" y="1687497"/>
            <a:ext cx="653100" cy="653100"/>
          </a:xfrm>
          <a:prstGeom prst="ellipse">
            <a:avLst/>
          </a:prstGeom>
          <a:noFill/>
          <a:ln>
            <a:noFill/>
          </a:ln>
        </p:spPr>
      </p:sp>
      <p:sp>
        <p:nvSpPr>
          <p:cNvPr id="384" name="Google Shape;384;p27"/>
          <p:cNvSpPr txBox="1"/>
          <p:nvPr>
            <p:ph idx="17" type="subTitle"/>
          </p:nvPr>
        </p:nvSpPr>
        <p:spPr>
          <a:xfrm>
            <a:off x="3636885"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5" name="Google Shape;385;p27"/>
          <p:cNvSpPr txBox="1"/>
          <p:nvPr>
            <p:ph idx="18" type="subTitle"/>
          </p:nvPr>
        </p:nvSpPr>
        <p:spPr>
          <a:xfrm>
            <a:off x="3636885"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6" name="Google Shape;386;p27"/>
          <p:cNvSpPr/>
          <p:nvPr>
            <p:ph idx="19" type="pic"/>
          </p:nvPr>
        </p:nvSpPr>
        <p:spPr>
          <a:xfrm>
            <a:off x="4913135" y="2709697"/>
            <a:ext cx="653100" cy="653100"/>
          </a:xfrm>
          <a:prstGeom prst="ellipse">
            <a:avLst/>
          </a:prstGeom>
          <a:noFill/>
          <a:ln>
            <a:noFill/>
          </a:ln>
        </p:spPr>
      </p:sp>
      <p:sp>
        <p:nvSpPr>
          <p:cNvPr id="387" name="Google Shape;387;p27"/>
          <p:cNvSpPr txBox="1"/>
          <p:nvPr>
            <p:ph idx="20" type="subTitle"/>
          </p:nvPr>
        </p:nvSpPr>
        <p:spPr>
          <a:xfrm>
            <a:off x="3636885"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88" name="Google Shape;388;p27"/>
          <p:cNvSpPr txBox="1"/>
          <p:nvPr>
            <p:ph idx="21" type="subTitle"/>
          </p:nvPr>
        </p:nvSpPr>
        <p:spPr>
          <a:xfrm>
            <a:off x="3636885"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89" name="Google Shape;389;p27"/>
          <p:cNvSpPr/>
          <p:nvPr>
            <p:ph idx="22" type="pic"/>
          </p:nvPr>
        </p:nvSpPr>
        <p:spPr>
          <a:xfrm>
            <a:off x="4913135" y="3731897"/>
            <a:ext cx="653100" cy="653100"/>
          </a:xfrm>
          <a:prstGeom prst="ellipse">
            <a:avLst/>
          </a:prstGeom>
          <a:noFill/>
          <a:ln>
            <a:noFill/>
          </a:ln>
        </p:spPr>
      </p:sp>
      <p:sp>
        <p:nvSpPr>
          <p:cNvPr id="390" name="Google Shape;390;p27"/>
          <p:cNvSpPr txBox="1"/>
          <p:nvPr>
            <p:ph idx="23" type="subTitle"/>
          </p:nvPr>
        </p:nvSpPr>
        <p:spPr>
          <a:xfrm>
            <a:off x="3636885"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1pPr>
            <a:lvl2pPr lvl="1">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2pPr>
            <a:lvl3pPr lvl="2">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3pPr>
            <a:lvl4pPr lvl="3">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4pPr>
            <a:lvl5pPr lvl="4">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5pPr>
            <a:lvl6pPr lvl="5">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6pPr>
            <a:lvl7pPr lvl="6">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7pPr>
            <a:lvl8pPr lvl="7">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8pPr>
            <a:lvl9pPr lvl="8">
              <a:spcBef>
                <a:spcPts val="0"/>
              </a:spcBef>
              <a:spcAft>
                <a:spcPts val="0"/>
              </a:spcAft>
              <a:buClr>
                <a:schemeClr val="dk1"/>
              </a:buClr>
              <a:buSzPts val="1200"/>
              <a:buFont typeface="Poppins"/>
              <a:buNone/>
              <a:defRPr b="1">
                <a:solidFill>
                  <a:schemeClr val="dk1"/>
                </a:solidFill>
                <a:latin typeface="Poppins"/>
                <a:ea typeface="Poppins"/>
                <a:cs typeface="Poppins"/>
                <a:sym typeface="Poppins"/>
              </a:defRPr>
            </a:lvl9pPr>
          </a:lstStyle>
          <a:p/>
        </p:txBody>
      </p:sp>
      <p:sp>
        <p:nvSpPr>
          <p:cNvPr id="391" name="Google Shape;391;p27"/>
          <p:cNvSpPr txBox="1"/>
          <p:nvPr>
            <p:ph idx="24" type="subTitle"/>
          </p:nvPr>
        </p:nvSpPr>
        <p:spPr>
          <a:xfrm>
            <a:off x="3636885"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900"/>
              <a:buFont typeface="Urbanist Medium"/>
              <a:buNone/>
              <a:defRPr sz="900">
                <a:solidFill>
                  <a:schemeClr val="dk1"/>
                </a:solidFill>
              </a:defRPr>
            </a:lvl1pPr>
            <a:lvl2pPr lvl="1">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2pPr>
            <a:lvl3pPr lvl="2">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3pPr>
            <a:lvl4pPr lvl="3">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4pPr>
            <a:lvl5pPr lvl="4">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5pPr>
            <a:lvl6pPr lvl="5">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6pPr>
            <a:lvl7pPr lvl="6">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7pPr>
            <a:lvl8pPr lvl="7">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8pPr>
            <a:lvl9pPr lvl="8">
              <a:spcBef>
                <a:spcPts val="0"/>
              </a:spcBef>
              <a:spcAft>
                <a:spcPts val="0"/>
              </a:spcAft>
              <a:buClr>
                <a:schemeClr val="dk1"/>
              </a:buClr>
              <a:buSzPts val="900"/>
              <a:buFont typeface="Urbanist Medium"/>
              <a:buNone/>
              <a:defRPr sz="900">
                <a:solidFill>
                  <a:schemeClr val="dk1"/>
                </a:solidFill>
                <a:latin typeface="Urbanist Medium"/>
                <a:ea typeface="Urbanist Medium"/>
                <a:cs typeface="Urbanist Medium"/>
                <a:sym typeface="Urbanist Medium"/>
              </a:defRPr>
            </a:lvl9pPr>
          </a:lstStyle>
          <a:p/>
        </p:txBody>
      </p:sp>
      <p:sp>
        <p:nvSpPr>
          <p:cNvPr id="392" name="Google Shape;392;p27"/>
          <p:cNvSpPr/>
          <p:nvPr>
            <p:ph idx="25" type="pic"/>
          </p:nvPr>
        </p:nvSpPr>
        <p:spPr>
          <a:xfrm>
            <a:off x="7877122" y="1687497"/>
            <a:ext cx="653100" cy="653100"/>
          </a:xfrm>
          <a:prstGeom prst="ellipse">
            <a:avLst/>
          </a:prstGeom>
          <a:noFill/>
          <a:ln>
            <a:noFill/>
          </a:ln>
        </p:spPr>
      </p:sp>
      <p:sp>
        <p:nvSpPr>
          <p:cNvPr id="393" name="Google Shape;393;p27"/>
          <p:cNvSpPr txBox="1"/>
          <p:nvPr>
            <p:ph idx="26" type="subTitle"/>
          </p:nvPr>
        </p:nvSpPr>
        <p:spPr>
          <a:xfrm>
            <a:off x="6600872" y="17598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4" name="Google Shape;394;p27"/>
          <p:cNvSpPr txBox="1"/>
          <p:nvPr>
            <p:ph idx="27" type="subTitle"/>
          </p:nvPr>
        </p:nvSpPr>
        <p:spPr>
          <a:xfrm>
            <a:off x="6600872" y="20740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5" name="Google Shape;395;p27"/>
          <p:cNvSpPr/>
          <p:nvPr>
            <p:ph idx="28" type="pic"/>
          </p:nvPr>
        </p:nvSpPr>
        <p:spPr>
          <a:xfrm>
            <a:off x="7877122" y="2709697"/>
            <a:ext cx="653100" cy="653100"/>
          </a:xfrm>
          <a:prstGeom prst="ellipse">
            <a:avLst/>
          </a:prstGeom>
          <a:noFill/>
          <a:ln>
            <a:noFill/>
          </a:ln>
        </p:spPr>
      </p:sp>
      <p:sp>
        <p:nvSpPr>
          <p:cNvPr id="396" name="Google Shape;396;p27"/>
          <p:cNvSpPr txBox="1"/>
          <p:nvPr>
            <p:ph idx="29" type="subTitle"/>
          </p:nvPr>
        </p:nvSpPr>
        <p:spPr>
          <a:xfrm>
            <a:off x="6600872" y="27820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397" name="Google Shape;397;p27"/>
          <p:cNvSpPr txBox="1"/>
          <p:nvPr>
            <p:ph idx="30" type="subTitle"/>
          </p:nvPr>
        </p:nvSpPr>
        <p:spPr>
          <a:xfrm>
            <a:off x="6600872" y="30962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398" name="Google Shape;398;p27"/>
          <p:cNvSpPr/>
          <p:nvPr>
            <p:ph idx="31" type="pic"/>
          </p:nvPr>
        </p:nvSpPr>
        <p:spPr>
          <a:xfrm>
            <a:off x="7877122" y="3731897"/>
            <a:ext cx="653100" cy="653100"/>
          </a:xfrm>
          <a:prstGeom prst="ellipse">
            <a:avLst/>
          </a:prstGeom>
          <a:noFill/>
          <a:ln>
            <a:noFill/>
          </a:ln>
        </p:spPr>
      </p:sp>
      <p:sp>
        <p:nvSpPr>
          <p:cNvPr id="399" name="Google Shape;399;p27"/>
          <p:cNvSpPr txBox="1"/>
          <p:nvPr>
            <p:ph idx="32" type="subTitle"/>
          </p:nvPr>
        </p:nvSpPr>
        <p:spPr>
          <a:xfrm>
            <a:off x="6600872" y="3804201"/>
            <a:ext cx="1514700" cy="288300"/>
          </a:xfrm>
          <a:prstGeom prst="rect">
            <a:avLst/>
          </a:prstGeom>
        </p:spPr>
        <p:txBody>
          <a:bodyPr anchorCtr="0" anchor="b" bIns="0" lIns="0" spcFirstLastPara="1" rIns="91425" wrap="square" tIns="91425">
            <a:noAutofit/>
          </a:bodyPr>
          <a:lstStyle>
            <a:lvl1pPr lvl="0">
              <a:spcBef>
                <a:spcPts val="0"/>
              </a:spcBef>
              <a:spcAft>
                <a:spcPts val="0"/>
              </a:spcAft>
              <a:buSzPts val="1200"/>
              <a:buFont typeface="Poppins"/>
              <a:buNone/>
              <a:defRPr b="1">
                <a:latin typeface="Poppins"/>
                <a:ea typeface="Poppins"/>
                <a:cs typeface="Poppins"/>
                <a:sym typeface="Poppins"/>
              </a:defRPr>
            </a:lvl1pPr>
            <a:lvl2pPr lvl="1">
              <a:spcBef>
                <a:spcPts val="0"/>
              </a:spcBef>
              <a:spcAft>
                <a:spcPts val="0"/>
              </a:spcAft>
              <a:buSzPts val="1200"/>
              <a:buFont typeface="Poppins"/>
              <a:buNone/>
              <a:defRPr b="1">
                <a:latin typeface="Poppins"/>
                <a:ea typeface="Poppins"/>
                <a:cs typeface="Poppins"/>
                <a:sym typeface="Poppins"/>
              </a:defRPr>
            </a:lvl2pPr>
            <a:lvl3pPr lvl="2">
              <a:spcBef>
                <a:spcPts val="0"/>
              </a:spcBef>
              <a:spcAft>
                <a:spcPts val="0"/>
              </a:spcAft>
              <a:buSzPts val="1200"/>
              <a:buFont typeface="Poppins"/>
              <a:buNone/>
              <a:defRPr b="1">
                <a:latin typeface="Poppins"/>
                <a:ea typeface="Poppins"/>
                <a:cs typeface="Poppins"/>
                <a:sym typeface="Poppins"/>
              </a:defRPr>
            </a:lvl3pPr>
            <a:lvl4pPr lvl="3">
              <a:spcBef>
                <a:spcPts val="0"/>
              </a:spcBef>
              <a:spcAft>
                <a:spcPts val="0"/>
              </a:spcAft>
              <a:buSzPts val="1200"/>
              <a:buFont typeface="Poppins"/>
              <a:buNone/>
              <a:defRPr b="1">
                <a:latin typeface="Poppins"/>
                <a:ea typeface="Poppins"/>
                <a:cs typeface="Poppins"/>
                <a:sym typeface="Poppins"/>
              </a:defRPr>
            </a:lvl4pPr>
            <a:lvl5pPr lvl="4">
              <a:spcBef>
                <a:spcPts val="0"/>
              </a:spcBef>
              <a:spcAft>
                <a:spcPts val="0"/>
              </a:spcAft>
              <a:buSzPts val="1200"/>
              <a:buFont typeface="Poppins"/>
              <a:buNone/>
              <a:defRPr b="1">
                <a:latin typeface="Poppins"/>
                <a:ea typeface="Poppins"/>
                <a:cs typeface="Poppins"/>
                <a:sym typeface="Poppins"/>
              </a:defRPr>
            </a:lvl5pPr>
            <a:lvl6pPr lvl="5">
              <a:spcBef>
                <a:spcPts val="0"/>
              </a:spcBef>
              <a:spcAft>
                <a:spcPts val="0"/>
              </a:spcAft>
              <a:buSzPts val="1200"/>
              <a:buFont typeface="Poppins"/>
              <a:buNone/>
              <a:defRPr b="1">
                <a:latin typeface="Poppins"/>
                <a:ea typeface="Poppins"/>
                <a:cs typeface="Poppins"/>
                <a:sym typeface="Poppins"/>
              </a:defRPr>
            </a:lvl6pPr>
            <a:lvl7pPr lvl="6">
              <a:spcBef>
                <a:spcPts val="0"/>
              </a:spcBef>
              <a:spcAft>
                <a:spcPts val="0"/>
              </a:spcAft>
              <a:buSzPts val="1200"/>
              <a:buFont typeface="Poppins"/>
              <a:buNone/>
              <a:defRPr b="1">
                <a:latin typeface="Poppins"/>
                <a:ea typeface="Poppins"/>
                <a:cs typeface="Poppins"/>
                <a:sym typeface="Poppins"/>
              </a:defRPr>
            </a:lvl7pPr>
            <a:lvl8pPr lvl="7">
              <a:spcBef>
                <a:spcPts val="0"/>
              </a:spcBef>
              <a:spcAft>
                <a:spcPts val="0"/>
              </a:spcAft>
              <a:buSzPts val="1200"/>
              <a:buFont typeface="Poppins"/>
              <a:buNone/>
              <a:defRPr b="1">
                <a:latin typeface="Poppins"/>
                <a:ea typeface="Poppins"/>
                <a:cs typeface="Poppins"/>
                <a:sym typeface="Poppins"/>
              </a:defRPr>
            </a:lvl8pPr>
            <a:lvl9pPr lvl="8">
              <a:spcBef>
                <a:spcPts val="0"/>
              </a:spcBef>
              <a:spcAft>
                <a:spcPts val="0"/>
              </a:spcAft>
              <a:buSzPts val="1200"/>
              <a:buFont typeface="Poppins"/>
              <a:buNone/>
              <a:defRPr b="1">
                <a:latin typeface="Poppins"/>
                <a:ea typeface="Poppins"/>
                <a:cs typeface="Poppins"/>
                <a:sym typeface="Poppins"/>
              </a:defRPr>
            </a:lvl9pPr>
          </a:lstStyle>
          <a:p/>
        </p:txBody>
      </p:sp>
      <p:sp>
        <p:nvSpPr>
          <p:cNvPr id="400" name="Google Shape;400;p27"/>
          <p:cNvSpPr txBox="1"/>
          <p:nvPr>
            <p:ph idx="33" type="subTitle"/>
          </p:nvPr>
        </p:nvSpPr>
        <p:spPr>
          <a:xfrm>
            <a:off x="6600872" y="4118478"/>
            <a:ext cx="1230000" cy="369300"/>
          </a:xfrm>
          <a:prstGeom prst="rect">
            <a:avLst/>
          </a:prstGeom>
        </p:spPr>
        <p:txBody>
          <a:bodyPr anchorCtr="0" anchor="t" bIns="91425" lIns="0" spcFirstLastPara="1" rIns="91425" wrap="square" tIns="0">
            <a:noAutofit/>
          </a:bodyPr>
          <a:lstStyle>
            <a:lvl1pPr lvl="0">
              <a:spcBef>
                <a:spcPts val="0"/>
              </a:spcBef>
              <a:spcAft>
                <a:spcPts val="0"/>
              </a:spcAft>
              <a:buSzPts val="900"/>
              <a:buFont typeface="Urbanist Medium"/>
              <a:buNone/>
              <a:defRPr sz="900"/>
            </a:lvl1pPr>
            <a:lvl2pPr lvl="1">
              <a:spcBef>
                <a:spcPts val="0"/>
              </a:spcBef>
              <a:spcAft>
                <a:spcPts val="0"/>
              </a:spcAft>
              <a:buSzPts val="900"/>
              <a:buFont typeface="Urbanist Medium"/>
              <a:buNone/>
              <a:defRPr sz="900">
                <a:latin typeface="Urbanist Medium"/>
                <a:ea typeface="Urbanist Medium"/>
                <a:cs typeface="Urbanist Medium"/>
                <a:sym typeface="Urbanist Medium"/>
              </a:defRPr>
            </a:lvl2pPr>
            <a:lvl3pPr lvl="2">
              <a:spcBef>
                <a:spcPts val="0"/>
              </a:spcBef>
              <a:spcAft>
                <a:spcPts val="0"/>
              </a:spcAft>
              <a:buSzPts val="900"/>
              <a:buFont typeface="Urbanist Medium"/>
              <a:buNone/>
              <a:defRPr sz="900">
                <a:latin typeface="Urbanist Medium"/>
                <a:ea typeface="Urbanist Medium"/>
                <a:cs typeface="Urbanist Medium"/>
                <a:sym typeface="Urbanist Medium"/>
              </a:defRPr>
            </a:lvl3pPr>
            <a:lvl4pPr lvl="3">
              <a:spcBef>
                <a:spcPts val="0"/>
              </a:spcBef>
              <a:spcAft>
                <a:spcPts val="0"/>
              </a:spcAft>
              <a:buSzPts val="900"/>
              <a:buFont typeface="Urbanist Medium"/>
              <a:buNone/>
              <a:defRPr sz="900">
                <a:latin typeface="Urbanist Medium"/>
                <a:ea typeface="Urbanist Medium"/>
                <a:cs typeface="Urbanist Medium"/>
                <a:sym typeface="Urbanist Medium"/>
              </a:defRPr>
            </a:lvl4pPr>
            <a:lvl5pPr lvl="4">
              <a:spcBef>
                <a:spcPts val="0"/>
              </a:spcBef>
              <a:spcAft>
                <a:spcPts val="0"/>
              </a:spcAft>
              <a:buSzPts val="900"/>
              <a:buFont typeface="Urbanist Medium"/>
              <a:buNone/>
              <a:defRPr sz="900">
                <a:latin typeface="Urbanist Medium"/>
                <a:ea typeface="Urbanist Medium"/>
                <a:cs typeface="Urbanist Medium"/>
                <a:sym typeface="Urbanist Medium"/>
              </a:defRPr>
            </a:lvl5pPr>
            <a:lvl6pPr lvl="5">
              <a:spcBef>
                <a:spcPts val="0"/>
              </a:spcBef>
              <a:spcAft>
                <a:spcPts val="0"/>
              </a:spcAft>
              <a:buSzPts val="900"/>
              <a:buFont typeface="Urbanist Medium"/>
              <a:buNone/>
              <a:defRPr sz="900">
                <a:latin typeface="Urbanist Medium"/>
                <a:ea typeface="Urbanist Medium"/>
                <a:cs typeface="Urbanist Medium"/>
                <a:sym typeface="Urbanist Medium"/>
              </a:defRPr>
            </a:lvl6pPr>
            <a:lvl7pPr lvl="6">
              <a:spcBef>
                <a:spcPts val="0"/>
              </a:spcBef>
              <a:spcAft>
                <a:spcPts val="0"/>
              </a:spcAft>
              <a:buSzPts val="900"/>
              <a:buFont typeface="Urbanist Medium"/>
              <a:buNone/>
              <a:defRPr sz="900">
                <a:latin typeface="Urbanist Medium"/>
                <a:ea typeface="Urbanist Medium"/>
                <a:cs typeface="Urbanist Medium"/>
                <a:sym typeface="Urbanist Medium"/>
              </a:defRPr>
            </a:lvl7pPr>
            <a:lvl8pPr lvl="7">
              <a:spcBef>
                <a:spcPts val="0"/>
              </a:spcBef>
              <a:spcAft>
                <a:spcPts val="0"/>
              </a:spcAft>
              <a:buSzPts val="900"/>
              <a:buFont typeface="Urbanist Medium"/>
              <a:buNone/>
              <a:defRPr sz="900">
                <a:latin typeface="Urbanist Medium"/>
                <a:ea typeface="Urbanist Medium"/>
                <a:cs typeface="Urbanist Medium"/>
                <a:sym typeface="Urbanist Medium"/>
              </a:defRPr>
            </a:lvl8pPr>
            <a:lvl9pPr lvl="8">
              <a:spcBef>
                <a:spcPts val="0"/>
              </a:spcBef>
              <a:spcAft>
                <a:spcPts val="0"/>
              </a:spcAft>
              <a:buSzPts val="900"/>
              <a:buFont typeface="Urbanist Medium"/>
              <a:buNone/>
              <a:defRPr sz="900">
                <a:latin typeface="Urbanist Medium"/>
                <a:ea typeface="Urbanist Medium"/>
                <a:cs typeface="Urbanist Medium"/>
                <a:sym typeface="Urbanist Medium"/>
              </a:defRPr>
            </a:lvl9pPr>
          </a:lstStyle>
          <a:p/>
        </p:txBody>
      </p:sp>
      <p:sp>
        <p:nvSpPr>
          <p:cNvPr id="401" name="Google Shape;401;p27"/>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02" name="Google Shape;402;p27"/>
          <p:cNvSpPr txBox="1"/>
          <p:nvPr>
            <p:ph idx="34"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3" name="Google Shape;403;p27"/>
          <p:cNvSpPr txBox="1"/>
          <p:nvPr>
            <p:ph idx="35"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4" name="Google Shape;404;p27"/>
          <p:cNvSpPr txBox="1"/>
          <p:nvPr>
            <p:ph idx="36"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05" name="Google Shape;405;p2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only">
  <p:cSld name="TITLE_1_1_4_2">
    <p:spTree>
      <p:nvGrpSpPr>
        <p:cNvPr id="406" name="Shape 406"/>
        <p:cNvGrpSpPr/>
        <p:nvPr/>
      </p:nvGrpSpPr>
      <p:grpSpPr>
        <a:xfrm>
          <a:off x="0" y="0"/>
          <a:ext cx="0" cy="0"/>
          <a:chOff x="0" y="0"/>
          <a:chExt cx="0" cy="0"/>
        </a:xfrm>
      </p:grpSpPr>
      <p:sp>
        <p:nvSpPr>
          <p:cNvPr id="407" name="Google Shape;407;p28"/>
          <p:cNvSpPr txBox="1"/>
          <p:nvPr>
            <p:ph type="title"/>
          </p:nvPr>
        </p:nvSpPr>
        <p:spPr>
          <a:xfrm>
            <a:off x="283475" y="300013"/>
            <a:ext cx="4382400" cy="4338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408" name="Google Shape;408;p2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09" name="Google Shape;409;p28"/>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10" name="Google Shape;410;p28"/>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11" name="Google Shape;411;p2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objectives">
  <p:cSld name="TITLE_1_1_4_1">
    <p:spTree>
      <p:nvGrpSpPr>
        <p:cNvPr id="412" name="Shape 412"/>
        <p:cNvGrpSpPr/>
        <p:nvPr/>
      </p:nvGrpSpPr>
      <p:grpSpPr>
        <a:xfrm>
          <a:off x="0" y="0"/>
          <a:ext cx="0" cy="0"/>
          <a:chOff x="0" y="0"/>
          <a:chExt cx="0" cy="0"/>
        </a:xfrm>
      </p:grpSpPr>
      <p:sp>
        <p:nvSpPr>
          <p:cNvPr id="413" name="Google Shape;413;p29"/>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4" name="Google Shape;414;p29"/>
          <p:cNvSpPr txBox="1"/>
          <p:nvPr>
            <p:ph idx="2" type="subTitle"/>
          </p:nvPr>
        </p:nvSpPr>
        <p:spPr>
          <a:xfrm>
            <a:off x="284700"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5" name="Google Shape;415;p29"/>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6" name="Google Shape;416;p29"/>
          <p:cNvSpPr txBox="1"/>
          <p:nvPr>
            <p:ph idx="4" type="subTitle"/>
          </p:nvPr>
        </p:nvSpPr>
        <p:spPr>
          <a:xfrm>
            <a:off x="2709924"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7" name="Google Shape;417;p29"/>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18" name="Google Shape;418;p29"/>
          <p:cNvSpPr txBox="1"/>
          <p:nvPr>
            <p:ph idx="6" type="subTitle"/>
          </p:nvPr>
        </p:nvSpPr>
        <p:spPr>
          <a:xfrm>
            <a:off x="5135149"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19" name="Google Shape;419;p29"/>
          <p:cNvSpPr txBox="1"/>
          <p:nvPr>
            <p:ph type="title"/>
          </p:nvPr>
        </p:nvSpPr>
        <p:spPr>
          <a:xfrm>
            <a:off x="283475" y="433737"/>
            <a:ext cx="4382400" cy="433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420" name="Google Shape;420;p29"/>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1" name="Google Shape;421;p29"/>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22" name="Google Shape;422;p29"/>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23" name="Google Shape;423;p29"/>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learnings">
  <p:cSld name="CUSTOM">
    <p:spTree>
      <p:nvGrpSpPr>
        <p:cNvPr id="424" name="Shape 424"/>
        <p:cNvGrpSpPr/>
        <p:nvPr/>
      </p:nvGrpSpPr>
      <p:grpSpPr>
        <a:xfrm>
          <a:off x="0" y="0"/>
          <a:ext cx="0" cy="0"/>
          <a:chOff x="0" y="0"/>
          <a:chExt cx="0" cy="0"/>
        </a:xfrm>
      </p:grpSpPr>
      <p:sp>
        <p:nvSpPr>
          <p:cNvPr id="425" name="Google Shape;425;p30"/>
          <p:cNvSpPr/>
          <p:nvPr/>
        </p:nvSpPr>
        <p:spPr>
          <a:xfrm flipH="1" rot="5400000">
            <a:off x="5052850" y="1254650"/>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6" name="Google Shape;426;p30"/>
          <p:cNvSpPr/>
          <p:nvPr/>
        </p:nvSpPr>
        <p:spPr>
          <a:xfrm flipH="1">
            <a:off x="25" y="2692075"/>
            <a:ext cx="1709400" cy="16257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7" name="Google Shape;427;p30"/>
          <p:cNvSpPr/>
          <p:nvPr/>
        </p:nvSpPr>
        <p:spPr>
          <a:xfrm flipH="1" rot="5400000">
            <a:off x="851875" y="3504787"/>
            <a:ext cx="1625700" cy="16203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8" name="Google Shape;428;p30"/>
          <p:cNvSpPr/>
          <p:nvPr/>
        </p:nvSpPr>
        <p:spPr>
          <a:xfrm flipH="1" rot="-5400000">
            <a:off x="-125" y="3483026"/>
            <a:ext cx="1665300" cy="16653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29" name="Google Shape;429;p30"/>
          <p:cNvSpPr/>
          <p:nvPr/>
        </p:nvSpPr>
        <p:spPr>
          <a:xfrm flipH="1" rot="5400000">
            <a:off x="5052850" y="2554039"/>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0" name="Google Shape;430;p30"/>
          <p:cNvSpPr/>
          <p:nvPr/>
        </p:nvSpPr>
        <p:spPr>
          <a:xfrm flipH="1" rot="5400000">
            <a:off x="5052850" y="3858733"/>
            <a:ext cx="291900" cy="291900"/>
          </a:xfrm>
          <a:prstGeom prst="pie">
            <a:avLst>
              <a:gd fmla="val 16192689" name="adj1"/>
              <a:gd fmla="val 5408708"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31" name="Google Shape;431;p30"/>
          <p:cNvSpPr txBox="1"/>
          <p:nvPr>
            <p:ph type="title"/>
          </p:nvPr>
        </p:nvSpPr>
        <p:spPr>
          <a:xfrm>
            <a:off x="283475" y="1790498"/>
            <a:ext cx="3162600" cy="9051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432" name="Google Shape;432;p30"/>
          <p:cNvSpPr txBox="1"/>
          <p:nvPr>
            <p:ph idx="1" type="subTitle"/>
          </p:nvPr>
        </p:nvSpPr>
        <p:spPr>
          <a:xfrm>
            <a:off x="5052850" y="703626"/>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3" name="Google Shape;433;p30"/>
          <p:cNvSpPr txBox="1"/>
          <p:nvPr>
            <p:ph idx="2" type="subTitle"/>
          </p:nvPr>
        </p:nvSpPr>
        <p:spPr>
          <a:xfrm>
            <a:off x="5052850" y="1447600"/>
            <a:ext cx="2403600" cy="547200"/>
          </a:xfrm>
          <a:prstGeom prst="rect">
            <a:avLst/>
          </a:prstGeom>
        </p:spPr>
        <p:txBody>
          <a:bodyPr anchorCtr="0" anchor="t" bIns="91425" lIns="0" spcFirstLastPara="1" rIns="91425" wrap="square" tIns="91425">
            <a:no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4" name="Google Shape;434;p30"/>
          <p:cNvSpPr txBox="1"/>
          <p:nvPr>
            <p:ph idx="3" type="subTitle"/>
          </p:nvPr>
        </p:nvSpPr>
        <p:spPr>
          <a:xfrm>
            <a:off x="5052850" y="2006687"/>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5" name="Google Shape;435;p30"/>
          <p:cNvSpPr txBox="1"/>
          <p:nvPr>
            <p:ph idx="4" type="subTitle"/>
          </p:nvPr>
        </p:nvSpPr>
        <p:spPr>
          <a:xfrm>
            <a:off x="5052850" y="2750664"/>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6" name="Google Shape;436;p30"/>
          <p:cNvSpPr txBox="1"/>
          <p:nvPr>
            <p:ph idx="5" type="subTitle"/>
          </p:nvPr>
        </p:nvSpPr>
        <p:spPr>
          <a:xfrm>
            <a:off x="5052850" y="3310695"/>
            <a:ext cx="1970400" cy="466800"/>
          </a:xfrm>
          <a:prstGeom prst="rect">
            <a:avLst/>
          </a:prstGeom>
        </p:spPr>
        <p:txBody>
          <a:bodyPr anchorCtr="0" anchor="b" bIns="0"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437" name="Google Shape;437;p30"/>
          <p:cNvSpPr txBox="1"/>
          <p:nvPr>
            <p:ph idx="6" type="subTitle"/>
          </p:nvPr>
        </p:nvSpPr>
        <p:spPr>
          <a:xfrm>
            <a:off x="5052850" y="4054675"/>
            <a:ext cx="2403600" cy="5472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438" name="Google Shape;438;p30"/>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39" name="Google Shape;439;p30"/>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40" name="Google Shape;440;p30"/>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41" name="Google Shape;441;p30"/>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2">
    <p:spTree>
      <p:nvGrpSpPr>
        <p:cNvPr id="442" name="Shape 442"/>
        <p:cNvGrpSpPr/>
        <p:nvPr/>
      </p:nvGrpSpPr>
      <p:grpSpPr>
        <a:xfrm>
          <a:off x="0" y="0"/>
          <a:ext cx="0" cy="0"/>
          <a:chOff x="0" y="0"/>
          <a:chExt cx="0" cy="0"/>
        </a:xfrm>
      </p:grpSpPr>
      <p:sp>
        <p:nvSpPr>
          <p:cNvPr id="443" name="Google Shape;443;p31"/>
          <p:cNvSpPr txBox="1"/>
          <p:nvPr>
            <p:ph type="title"/>
          </p:nvPr>
        </p:nvSpPr>
        <p:spPr>
          <a:xfrm>
            <a:off x="4665825" y="1253625"/>
            <a:ext cx="4193400" cy="3069600"/>
          </a:xfrm>
          <a:prstGeom prst="rect">
            <a:avLst/>
          </a:prstGeom>
        </p:spPr>
        <p:txBody>
          <a:bodyPr anchorCtr="0" anchor="t" bIns="0" lIns="0" spcFirstLastPara="1" rIns="91425" wrap="square" tIns="0">
            <a:spAutoFit/>
          </a:bodyPr>
          <a:lstStyle>
            <a:lvl1pPr lvl="0">
              <a:lnSpc>
                <a:spcPct val="90000"/>
              </a:lnSpc>
              <a:spcBef>
                <a:spcPts val="0"/>
              </a:spcBef>
              <a:spcAft>
                <a:spcPts val="0"/>
              </a:spcAft>
              <a:buClr>
                <a:schemeClr val="lt1"/>
              </a:buClr>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44" name="Google Shape;444;p31"/>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5" name="Google Shape;445;p31"/>
          <p:cNvSpPr txBox="1"/>
          <p:nvPr>
            <p:ph idx="2" type="body"/>
          </p:nvPr>
        </p:nvSpPr>
        <p:spPr>
          <a:xfrm>
            <a:off x="283925"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6" name="Google Shape;446;p31"/>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7" name="Google Shape;447;p31"/>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1000"/>
              </a:spcBef>
              <a:spcAft>
                <a:spcPts val="0"/>
              </a:spcAft>
              <a:buSzPts val="3000"/>
              <a:buFont typeface="Poppins"/>
              <a:buChar char="○"/>
              <a:defRPr b="1" sz="3000">
                <a:latin typeface="Poppins"/>
                <a:ea typeface="Poppins"/>
                <a:cs typeface="Poppins"/>
                <a:sym typeface="Poppins"/>
              </a:defRPr>
            </a:lvl2pPr>
            <a:lvl3pPr indent="-419100" lvl="2" marL="1371600">
              <a:spcBef>
                <a:spcPts val="1000"/>
              </a:spcBef>
              <a:spcAft>
                <a:spcPts val="0"/>
              </a:spcAft>
              <a:buSzPts val="3000"/>
              <a:buFont typeface="Poppins"/>
              <a:buChar char="■"/>
              <a:defRPr b="1" sz="3000">
                <a:latin typeface="Poppins"/>
                <a:ea typeface="Poppins"/>
                <a:cs typeface="Poppins"/>
                <a:sym typeface="Poppins"/>
              </a:defRPr>
            </a:lvl3pPr>
            <a:lvl4pPr indent="-419100" lvl="3" marL="1828800">
              <a:spcBef>
                <a:spcPts val="1000"/>
              </a:spcBef>
              <a:spcAft>
                <a:spcPts val="0"/>
              </a:spcAft>
              <a:buSzPts val="3000"/>
              <a:buFont typeface="Poppins"/>
              <a:buChar char="●"/>
              <a:defRPr b="1" sz="3000">
                <a:latin typeface="Poppins"/>
                <a:ea typeface="Poppins"/>
                <a:cs typeface="Poppins"/>
                <a:sym typeface="Poppins"/>
              </a:defRPr>
            </a:lvl4pPr>
            <a:lvl5pPr indent="-419100" lvl="4" marL="2286000">
              <a:spcBef>
                <a:spcPts val="1000"/>
              </a:spcBef>
              <a:spcAft>
                <a:spcPts val="0"/>
              </a:spcAft>
              <a:buSzPts val="3000"/>
              <a:buFont typeface="Poppins"/>
              <a:buChar char="○"/>
              <a:defRPr b="1" sz="3000">
                <a:latin typeface="Poppins"/>
                <a:ea typeface="Poppins"/>
                <a:cs typeface="Poppins"/>
                <a:sym typeface="Poppins"/>
              </a:defRPr>
            </a:lvl5pPr>
            <a:lvl6pPr indent="-419100" lvl="5" marL="2743200">
              <a:spcBef>
                <a:spcPts val="1000"/>
              </a:spcBef>
              <a:spcAft>
                <a:spcPts val="0"/>
              </a:spcAft>
              <a:buSzPts val="3000"/>
              <a:buFont typeface="Poppins"/>
              <a:buChar char="■"/>
              <a:defRPr b="1" sz="3000">
                <a:latin typeface="Poppins"/>
                <a:ea typeface="Poppins"/>
                <a:cs typeface="Poppins"/>
                <a:sym typeface="Poppins"/>
              </a:defRPr>
            </a:lvl6pPr>
            <a:lvl7pPr indent="-419100" lvl="6" marL="3200400">
              <a:spcBef>
                <a:spcPts val="1000"/>
              </a:spcBef>
              <a:spcAft>
                <a:spcPts val="0"/>
              </a:spcAft>
              <a:buSzPts val="3000"/>
              <a:buFont typeface="Poppins"/>
              <a:buChar char="●"/>
              <a:defRPr b="1" sz="3000">
                <a:latin typeface="Poppins"/>
                <a:ea typeface="Poppins"/>
                <a:cs typeface="Poppins"/>
                <a:sym typeface="Poppins"/>
              </a:defRPr>
            </a:lvl7pPr>
            <a:lvl8pPr indent="-419100" lvl="7" marL="3657600">
              <a:spcBef>
                <a:spcPts val="1000"/>
              </a:spcBef>
              <a:spcAft>
                <a:spcPts val="0"/>
              </a:spcAft>
              <a:buSzPts val="3000"/>
              <a:buFont typeface="Poppins"/>
              <a:buChar char="○"/>
              <a:defRPr b="1" sz="3000">
                <a:latin typeface="Poppins"/>
                <a:ea typeface="Poppins"/>
                <a:cs typeface="Poppins"/>
                <a:sym typeface="Poppins"/>
              </a:defRPr>
            </a:lvl8pPr>
            <a:lvl9pPr indent="-419100" lvl="8" marL="4114800">
              <a:spcBef>
                <a:spcPts val="1000"/>
              </a:spcBef>
              <a:spcAft>
                <a:spcPts val="1000"/>
              </a:spcAft>
              <a:buSzPts val="3000"/>
              <a:buFont typeface="Poppins"/>
              <a:buChar char="■"/>
              <a:defRPr b="1" sz="3000">
                <a:latin typeface="Poppins"/>
                <a:ea typeface="Poppins"/>
                <a:cs typeface="Poppins"/>
                <a:sym typeface="Poppins"/>
              </a:defRPr>
            </a:lvl9pPr>
          </a:lstStyle>
          <a:p/>
        </p:txBody>
      </p:sp>
      <p:sp>
        <p:nvSpPr>
          <p:cNvPr id="448" name="Google Shape;448;p31"/>
          <p:cNvSpPr txBox="1"/>
          <p:nvPr>
            <p:ph idx="5" type="body"/>
          </p:nvPr>
        </p:nvSpPr>
        <p:spPr>
          <a:xfrm>
            <a:off x="283925"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49" name="Google Shape;449;p31"/>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0" name="Google Shape;450;p31"/>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1" name="Google Shape;451;p31"/>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452" name="Google Shape;452;p31"/>
          <p:cNvSpPr/>
          <p:nvPr/>
        </p:nvSpPr>
        <p:spPr>
          <a:xfrm flipH="1" rot="10800000">
            <a:off x="-10739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3" name="Google Shape;453;p31"/>
          <p:cNvSpPr/>
          <p:nvPr/>
        </p:nvSpPr>
        <p:spPr>
          <a:xfrm flipH="1" rot="10800000">
            <a:off x="-34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4" name="Google Shape;454;p31"/>
          <p:cNvSpPr/>
          <p:nvPr/>
        </p:nvSpPr>
        <p:spPr>
          <a:xfrm flipH="1" rot="10800000">
            <a:off x="10723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5" name="Google Shape;455;p31"/>
          <p:cNvSpPr/>
          <p:nvPr/>
        </p:nvSpPr>
        <p:spPr>
          <a:xfrm flipH="1" rot="10800000">
            <a:off x="2149393" y="773300"/>
            <a:ext cx="2146200" cy="21462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56" name="Google Shape;456;p31"/>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7" name="Google Shape;457;p31"/>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458" name="Google Shape;458;p31"/>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lvl1pPr lvl="0" algn="r">
              <a:spcBef>
                <a:spcPts val="0"/>
              </a:spcBef>
              <a:spcAft>
                <a:spcPts val="0"/>
              </a:spcAft>
              <a:buSzPts val="800"/>
              <a:buNone/>
              <a:defRPr sz="800"/>
            </a:lvl1pPr>
            <a:lvl2pPr lvl="1" algn="r">
              <a:spcBef>
                <a:spcPts val="0"/>
              </a:spcBef>
              <a:spcAft>
                <a:spcPts val="0"/>
              </a:spcAft>
              <a:buSzPts val="1200"/>
              <a:buNone/>
              <a:defRPr/>
            </a:lvl2pPr>
            <a:lvl3pPr lvl="2" algn="r">
              <a:spcBef>
                <a:spcPts val="0"/>
              </a:spcBef>
              <a:spcAft>
                <a:spcPts val="0"/>
              </a:spcAft>
              <a:buSzPts val="1200"/>
              <a:buNone/>
              <a:defRPr/>
            </a:lvl3pPr>
            <a:lvl4pPr lvl="3" algn="r">
              <a:spcBef>
                <a:spcPts val="0"/>
              </a:spcBef>
              <a:spcAft>
                <a:spcPts val="0"/>
              </a:spcAft>
              <a:buSzPts val="1200"/>
              <a:buNone/>
              <a:defRPr/>
            </a:lvl4pPr>
            <a:lvl5pPr lvl="4" algn="r">
              <a:spcBef>
                <a:spcPts val="0"/>
              </a:spcBef>
              <a:spcAft>
                <a:spcPts val="0"/>
              </a:spcAft>
              <a:buSzPts val="1200"/>
              <a:buNone/>
              <a:defRPr/>
            </a:lvl5pPr>
            <a:lvl6pPr lvl="5" algn="r">
              <a:spcBef>
                <a:spcPts val="0"/>
              </a:spcBef>
              <a:spcAft>
                <a:spcPts val="0"/>
              </a:spcAft>
              <a:buSzPts val="1200"/>
              <a:buNone/>
              <a:defRPr/>
            </a:lvl6pPr>
            <a:lvl7pPr lvl="6" algn="r">
              <a:spcBef>
                <a:spcPts val="0"/>
              </a:spcBef>
              <a:spcAft>
                <a:spcPts val="0"/>
              </a:spcAft>
              <a:buSzPts val="1200"/>
              <a:buNone/>
              <a:defRPr/>
            </a:lvl7pPr>
            <a:lvl8pPr lvl="7" algn="r">
              <a:spcBef>
                <a:spcPts val="0"/>
              </a:spcBef>
              <a:spcAft>
                <a:spcPts val="0"/>
              </a:spcAft>
              <a:buSzPts val="1200"/>
              <a:buNone/>
              <a:defRPr/>
            </a:lvl8pPr>
            <a:lvl9pPr lvl="8" algn="r">
              <a:spcBef>
                <a:spcPts val="0"/>
              </a:spcBef>
              <a:spcAft>
                <a:spcPts val="0"/>
              </a:spcAft>
              <a:buSzPts val="1200"/>
              <a:buNone/>
              <a:defRPr/>
            </a:lvl9pPr>
          </a:lstStyle>
          <a:p/>
        </p:txBody>
      </p:sp>
      <p:sp>
        <p:nvSpPr>
          <p:cNvPr id="459" name="Google Shape;459;p3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 &amp; QA">
  <p:cSld name="CUSTOM_3">
    <p:spTree>
      <p:nvGrpSpPr>
        <p:cNvPr id="460" name="Shape 460"/>
        <p:cNvGrpSpPr/>
        <p:nvPr/>
      </p:nvGrpSpPr>
      <p:grpSpPr>
        <a:xfrm>
          <a:off x="0" y="0"/>
          <a:ext cx="0" cy="0"/>
          <a:chOff x="0" y="0"/>
          <a:chExt cx="0" cy="0"/>
        </a:xfrm>
      </p:grpSpPr>
      <p:sp>
        <p:nvSpPr>
          <p:cNvPr id="461" name="Google Shape;461;p32"/>
          <p:cNvSpPr/>
          <p:nvPr/>
        </p:nvSpPr>
        <p:spPr>
          <a:xfrm rot="-5400000">
            <a:off x="3889697" y="1638900"/>
            <a:ext cx="3510600" cy="3498600"/>
          </a:xfrm>
          <a:prstGeom prst="pie">
            <a:avLst>
              <a:gd fmla="val 0" name="adj1"/>
              <a:gd fmla="val 1080318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2" name="Google Shape;462;p32"/>
          <p:cNvSpPr txBox="1"/>
          <p:nvPr>
            <p:ph idx="1" type="subTitle"/>
          </p:nvPr>
        </p:nvSpPr>
        <p:spPr>
          <a:xfrm>
            <a:off x="284700" y="3566350"/>
            <a:ext cx="4557300" cy="1227300"/>
          </a:xfrm>
          <a:prstGeom prst="rect">
            <a:avLst/>
          </a:prstGeom>
        </p:spPr>
        <p:txBody>
          <a:bodyPr anchorCtr="0" anchor="t" bIns="91425" lIns="0" spcFirstLastPara="1" rIns="91425" wrap="square" tIns="91425">
            <a:normAutofit/>
          </a:bodyPr>
          <a:lstStyle>
            <a:lvl1pPr lvl="0">
              <a:lnSpc>
                <a:spcPct val="115000"/>
              </a:lnSpc>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a:latin typeface="Urbanist Medium"/>
                <a:ea typeface="Urbanist Medium"/>
                <a:cs typeface="Urbanist Medium"/>
                <a:sym typeface="Urbanist Medium"/>
              </a:defRPr>
            </a:lvl9pPr>
          </a:lstStyle>
          <a:p/>
        </p:txBody>
      </p:sp>
      <p:sp>
        <p:nvSpPr>
          <p:cNvPr id="463" name="Google Shape;463;p32"/>
          <p:cNvSpPr/>
          <p:nvPr/>
        </p:nvSpPr>
        <p:spPr>
          <a:xfrm>
            <a:off x="3890550" y="-1634700"/>
            <a:ext cx="3509100" cy="3267600"/>
          </a:xfrm>
          <a:prstGeom prst="pie">
            <a:avLst>
              <a:gd fmla="val 0" name="adj1"/>
              <a:gd fmla="val 5401683"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4" name="Google Shape;464;p32"/>
          <p:cNvSpPr/>
          <p:nvPr/>
        </p:nvSpPr>
        <p:spPr>
          <a:xfrm rot="-5400000">
            <a:off x="3889697" y="1638900"/>
            <a:ext cx="3510600" cy="3498600"/>
          </a:xfrm>
          <a:prstGeom prst="pie">
            <a:avLst>
              <a:gd fmla="val 5409954" name="adj1"/>
              <a:gd fmla="val 1080318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5" name="Google Shape;465;p32"/>
          <p:cNvSpPr/>
          <p:nvPr/>
        </p:nvSpPr>
        <p:spPr>
          <a:xfrm rot="-5400000">
            <a:off x="5639256" y="1638900"/>
            <a:ext cx="3510600" cy="3498600"/>
          </a:xfrm>
          <a:prstGeom prst="pie">
            <a:avLst>
              <a:gd fmla="val 0" name="adj1"/>
              <a:gd fmla="val 1080318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6" name="Google Shape;466;p32"/>
          <p:cNvSpPr/>
          <p:nvPr/>
        </p:nvSpPr>
        <p:spPr>
          <a:xfrm>
            <a:off x="5640000" y="-1634700"/>
            <a:ext cx="3509100" cy="3267600"/>
          </a:xfrm>
          <a:prstGeom prst="pie">
            <a:avLst>
              <a:gd fmla="val 0" name="adj1"/>
              <a:gd fmla="val 540036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7" name="Google Shape;467;p32"/>
          <p:cNvSpPr txBox="1"/>
          <p:nvPr>
            <p:ph type="title"/>
          </p:nvPr>
        </p:nvSpPr>
        <p:spPr>
          <a:xfrm>
            <a:off x="284700" y="229302"/>
            <a:ext cx="4287300" cy="3069600"/>
          </a:xfrm>
          <a:prstGeom prst="rect">
            <a:avLst/>
          </a:prstGeom>
        </p:spPr>
        <p:txBody>
          <a:bodyPr anchorCtr="0" anchor="b" bIns="0" lIns="0" spcFirstLastPara="1" rIns="91425" wrap="square" tIns="0">
            <a:noAutofit/>
          </a:bodyPr>
          <a:lstStyle>
            <a:lvl1pPr lvl="0">
              <a:lnSpc>
                <a:spcPct val="90000"/>
              </a:lnSpc>
              <a:spcBef>
                <a:spcPts val="0"/>
              </a:spcBef>
              <a:spcAft>
                <a:spcPts val="0"/>
              </a:spcAft>
              <a:buClr>
                <a:schemeClr val="lt1"/>
              </a:buClr>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468" name="Google Shape;468;p3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69" name="Shape 469"/>
        <p:cNvGrpSpPr/>
        <p:nvPr/>
      </p:nvGrpSpPr>
      <p:grpSpPr>
        <a:xfrm>
          <a:off x="0" y="0"/>
          <a:ext cx="0" cy="0"/>
          <a:chOff x="0" y="0"/>
          <a:chExt cx="0" cy="0"/>
        </a:xfrm>
      </p:grpSpPr>
      <p:sp>
        <p:nvSpPr>
          <p:cNvPr id="470" name="Google Shape;470;p33"/>
          <p:cNvSpPr txBox="1"/>
          <p:nvPr>
            <p:ph type="ctrTitle"/>
          </p:nvPr>
        </p:nvSpPr>
        <p:spPr>
          <a:xfrm>
            <a:off x="311708" y="744575"/>
            <a:ext cx="8520600" cy="2052600"/>
          </a:xfrm>
          <a:prstGeom prst="rect">
            <a:avLst/>
          </a:prstGeom>
        </p:spPr>
        <p:txBody>
          <a:bodyPr anchorCtr="0" anchor="b" bIns="0" lIns="0" spcFirstLastPara="1" rIns="91425"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71" name="Google Shape;471;p33"/>
          <p:cNvSpPr txBox="1"/>
          <p:nvPr>
            <p:ph idx="1" type="subTitle"/>
          </p:nvPr>
        </p:nvSpPr>
        <p:spPr>
          <a:xfrm>
            <a:off x="311700" y="2834125"/>
            <a:ext cx="8520600" cy="79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72" name="Shape 472"/>
        <p:cNvGrpSpPr/>
        <p:nvPr/>
      </p:nvGrpSpPr>
      <p:grpSpPr>
        <a:xfrm>
          <a:off x="0" y="0"/>
          <a:ext cx="0" cy="0"/>
          <a:chOff x="0" y="0"/>
          <a:chExt cx="0" cy="0"/>
        </a:xfrm>
      </p:grpSpPr>
      <p:sp>
        <p:nvSpPr>
          <p:cNvPr id="473" name="Google Shape;473;p34"/>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74" name="Shape 474"/>
        <p:cNvGrpSpPr/>
        <p:nvPr/>
      </p:nvGrpSpPr>
      <p:grpSpPr>
        <a:xfrm>
          <a:off x="0" y="0"/>
          <a:ext cx="0" cy="0"/>
          <a:chOff x="0" y="0"/>
          <a:chExt cx="0" cy="0"/>
        </a:xfrm>
      </p:grpSpPr>
      <p:sp>
        <p:nvSpPr>
          <p:cNvPr id="475" name="Google Shape;475;p3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6" name="Google Shape;476;p35"/>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77" name="Shape 477"/>
        <p:cNvGrpSpPr/>
        <p:nvPr/>
      </p:nvGrpSpPr>
      <p:grpSpPr>
        <a:xfrm>
          <a:off x="0" y="0"/>
          <a:ext cx="0" cy="0"/>
          <a:chOff x="0" y="0"/>
          <a:chExt cx="0" cy="0"/>
        </a:xfrm>
      </p:grpSpPr>
      <p:sp>
        <p:nvSpPr>
          <p:cNvPr id="478" name="Google Shape;478;p3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9" name="Google Shape;479;p36"/>
          <p:cNvSpPr txBox="1"/>
          <p:nvPr>
            <p:ph idx="1" type="body"/>
          </p:nvPr>
        </p:nvSpPr>
        <p:spPr>
          <a:xfrm>
            <a:off x="3117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80" name="Google Shape;480;p36"/>
          <p:cNvSpPr txBox="1"/>
          <p:nvPr>
            <p:ph idx="2" type="body"/>
          </p:nvPr>
        </p:nvSpPr>
        <p:spPr>
          <a:xfrm>
            <a:off x="4832400" y="1152475"/>
            <a:ext cx="3999900" cy="34164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81" name="Shape 481"/>
        <p:cNvGrpSpPr/>
        <p:nvPr/>
      </p:nvGrpSpPr>
      <p:grpSpPr>
        <a:xfrm>
          <a:off x="0" y="0"/>
          <a:ext cx="0" cy="0"/>
          <a:chOff x="0" y="0"/>
          <a:chExt cx="0" cy="0"/>
        </a:xfrm>
      </p:grpSpPr>
      <p:sp>
        <p:nvSpPr>
          <p:cNvPr id="482" name="Google Shape;482;p37"/>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83" name="Shape 483"/>
        <p:cNvGrpSpPr/>
        <p:nvPr/>
      </p:nvGrpSpPr>
      <p:grpSpPr>
        <a:xfrm>
          <a:off x="0" y="0"/>
          <a:ext cx="0" cy="0"/>
          <a:chOff x="0" y="0"/>
          <a:chExt cx="0" cy="0"/>
        </a:xfrm>
      </p:grpSpPr>
      <p:sp>
        <p:nvSpPr>
          <p:cNvPr id="484" name="Google Shape;484;p38"/>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5" name="Google Shape;485;p38"/>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86" name="Shape 486"/>
        <p:cNvGrpSpPr/>
        <p:nvPr/>
      </p:nvGrpSpPr>
      <p:grpSpPr>
        <a:xfrm>
          <a:off x="0" y="0"/>
          <a:ext cx="0" cy="0"/>
          <a:chOff x="0" y="0"/>
          <a:chExt cx="0" cy="0"/>
        </a:xfrm>
      </p:grpSpPr>
      <p:sp>
        <p:nvSpPr>
          <p:cNvPr id="487" name="Google Shape;487;p39"/>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88" name="Shape 488"/>
        <p:cNvGrpSpPr/>
        <p:nvPr/>
      </p:nvGrpSpPr>
      <p:grpSpPr>
        <a:xfrm>
          <a:off x="0" y="0"/>
          <a:ext cx="0" cy="0"/>
          <a:chOff x="0" y="0"/>
          <a:chExt cx="0" cy="0"/>
        </a:xfrm>
      </p:grpSpPr>
      <p:sp>
        <p:nvSpPr>
          <p:cNvPr id="489" name="Google Shape;489;p40"/>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0" name="Google Shape;490;p40"/>
          <p:cNvSpPr txBox="1"/>
          <p:nvPr>
            <p:ph idx="1" type="subTitle"/>
          </p:nvPr>
        </p:nvSpPr>
        <p:spPr>
          <a:xfrm>
            <a:off x="265500" y="2803075"/>
            <a:ext cx="4045200" cy="1235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91" name="Google Shape;491;p40"/>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92" name="Shape 492"/>
        <p:cNvGrpSpPr/>
        <p:nvPr/>
      </p:nvGrpSpPr>
      <p:grpSpPr>
        <a:xfrm>
          <a:off x="0" y="0"/>
          <a:ext cx="0" cy="0"/>
          <a:chOff x="0" y="0"/>
          <a:chExt cx="0" cy="0"/>
        </a:xfrm>
      </p:grpSpPr>
      <p:sp>
        <p:nvSpPr>
          <p:cNvPr id="493" name="Google Shape;493;p41"/>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100"/>
              <a:buNone/>
              <a:defRPr/>
            </a:lvl1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94" name="Shape 494"/>
        <p:cNvGrpSpPr/>
        <p:nvPr/>
      </p:nvGrpSpPr>
      <p:grpSpPr>
        <a:xfrm>
          <a:off x="0" y="0"/>
          <a:ext cx="0" cy="0"/>
          <a:chOff x="0" y="0"/>
          <a:chExt cx="0" cy="0"/>
        </a:xfrm>
      </p:grpSpPr>
      <p:sp>
        <p:nvSpPr>
          <p:cNvPr id="495" name="Google Shape;495;p42"/>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6" name="Google Shape;496;p42"/>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8450" lvl="0" marL="457200" algn="ctr">
              <a:spcBef>
                <a:spcPts val="0"/>
              </a:spcBef>
              <a:spcAft>
                <a:spcPts val="0"/>
              </a:spcAft>
              <a:buSzPts val="1100"/>
              <a:buChar char="●"/>
              <a:defRPr/>
            </a:lvl1pPr>
            <a:lvl2pPr indent="-298450" lvl="1" marL="914400" algn="ctr">
              <a:spcBef>
                <a:spcPts val="1000"/>
              </a:spcBef>
              <a:spcAft>
                <a:spcPts val="0"/>
              </a:spcAft>
              <a:buSzPts val="1100"/>
              <a:buChar char="○"/>
              <a:defRPr/>
            </a:lvl2pPr>
            <a:lvl3pPr indent="-298450" lvl="2" marL="1371600" algn="ctr">
              <a:spcBef>
                <a:spcPts val="1000"/>
              </a:spcBef>
              <a:spcAft>
                <a:spcPts val="0"/>
              </a:spcAft>
              <a:buSzPts val="1100"/>
              <a:buChar char="■"/>
              <a:defRPr/>
            </a:lvl3pPr>
            <a:lvl4pPr indent="-298450" lvl="3" marL="1828800" algn="ctr">
              <a:spcBef>
                <a:spcPts val="1000"/>
              </a:spcBef>
              <a:spcAft>
                <a:spcPts val="0"/>
              </a:spcAft>
              <a:buSzPts val="1100"/>
              <a:buChar char="●"/>
              <a:defRPr/>
            </a:lvl4pPr>
            <a:lvl5pPr indent="-298450" lvl="4" marL="2286000" algn="ctr">
              <a:spcBef>
                <a:spcPts val="1000"/>
              </a:spcBef>
              <a:spcAft>
                <a:spcPts val="0"/>
              </a:spcAft>
              <a:buSzPts val="1100"/>
              <a:buChar char="○"/>
              <a:defRPr/>
            </a:lvl5pPr>
            <a:lvl6pPr indent="-298450" lvl="5" marL="2743200" algn="ctr">
              <a:spcBef>
                <a:spcPts val="1000"/>
              </a:spcBef>
              <a:spcAft>
                <a:spcPts val="0"/>
              </a:spcAft>
              <a:buSzPts val="1100"/>
              <a:buChar char="■"/>
              <a:defRPr/>
            </a:lvl6pPr>
            <a:lvl7pPr indent="-298450" lvl="6" marL="3200400" algn="ctr">
              <a:spcBef>
                <a:spcPts val="1000"/>
              </a:spcBef>
              <a:spcAft>
                <a:spcPts val="0"/>
              </a:spcAft>
              <a:buSzPts val="1100"/>
              <a:buChar char="●"/>
              <a:defRPr/>
            </a:lvl7pPr>
            <a:lvl8pPr indent="-298450" lvl="7" marL="3657600" algn="ctr">
              <a:spcBef>
                <a:spcPts val="1000"/>
              </a:spcBef>
              <a:spcAft>
                <a:spcPts val="0"/>
              </a:spcAft>
              <a:buSzPts val="1100"/>
              <a:buChar char="○"/>
              <a:defRPr/>
            </a:lvl8pPr>
            <a:lvl9pPr indent="-298450" lvl="8" marL="4114800" algn="ctr">
              <a:spcBef>
                <a:spcPts val="1000"/>
              </a:spcBef>
              <a:spcAft>
                <a:spcPts val="1000"/>
              </a:spcAft>
              <a:buSzPts val="11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97" name="Shape 497"/>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98" name="Shape 498"/>
        <p:cNvGrpSpPr/>
        <p:nvPr/>
      </p:nvGrpSpPr>
      <p:grpSpPr>
        <a:xfrm>
          <a:off x="0" y="0"/>
          <a:ext cx="0" cy="0"/>
          <a:chOff x="0" y="0"/>
          <a:chExt cx="0" cy="0"/>
        </a:xfrm>
      </p:grpSpPr>
      <p:sp>
        <p:nvSpPr>
          <p:cNvPr id="499" name="Google Shape;499;p44"/>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0" name="Google Shape;500;p4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1" name="Google Shape;501;p4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2" name="Google Shape;502;p4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3" name="Google Shape;503;p4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4" name="Google Shape;504;p4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5" name="Google Shape;505;p4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06" name="Shape 506"/>
        <p:cNvGrpSpPr/>
        <p:nvPr/>
      </p:nvGrpSpPr>
      <p:grpSpPr>
        <a:xfrm>
          <a:off x="0" y="0"/>
          <a:ext cx="0" cy="0"/>
          <a:chOff x="0" y="0"/>
          <a:chExt cx="0" cy="0"/>
        </a:xfrm>
      </p:grpSpPr>
      <p:sp>
        <p:nvSpPr>
          <p:cNvPr id="507" name="Google Shape;507;p4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08" name="Google Shape;508;p45"/>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09" name="Google Shape;509;p4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10" name="Shape 510"/>
        <p:cNvGrpSpPr/>
        <p:nvPr/>
      </p:nvGrpSpPr>
      <p:grpSpPr>
        <a:xfrm>
          <a:off x="0" y="0"/>
          <a:ext cx="0" cy="0"/>
          <a:chOff x="0" y="0"/>
          <a:chExt cx="0" cy="0"/>
        </a:xfrm>
      </p:grpSpPr>
      <p:sp>
        <p:nvSpPr>
          <p:cNvPr id="511" name="Google Shape;511;p46"/>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2" name="Google Shape;512;p46"/>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3" name="Google Shape;513;p46"/>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4" name="Google Shape;514;p4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5" name="Google Shape;515;p4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16" name="Shape 516"/>
        <p:cNvGrpSpPr/>
        <p:nvPr/>
      </p:nvGrpSpPr>
      <p:grpSpPr>
        <a:xfrm>
          <a:off x="0" y="0"/>
          <a:ext cx="0" cy="0"/>
          <a:chOff x="0" y="0"/>
          <a:chExt cx="0" cy="0"/>
        </a:xfrm>
      </p:grpSpPr>
      <p:sp>
        <p:nvSpPr>
          <p:cNvPr id="517" name="Google Shape;517;p47"/>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8" name="Google Shape;518;p47"/>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19" name="Google Shape;519;p47"/>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0" name="Google Shape;520;p47"/>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1" name="Google Shape;521;p47"/>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2" name="Google Shape;522;p47"/>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3" name="Google Shape;523;p47"/>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8450" lvl="0" marL="457200">
              <a:spcBef>
                <a:spcPts val="0"/>
              </a:spcBef>
              <a:spcAft>
                <a:spcPts val="0"/>
              </a:spcAft>
              <a:buSzPts val="1100"/>
              <a:buChar char="●"/>
              <a:defRPr/>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24" name="Shape 524"/>
        <p:cNvGrpSpPr/>
        <p:nvPr/>
      </p:nvGrpSpPr>
      <p:grpSpPr>
        <a:xfrm>
          <a:off x="0" y="0"/>
          <a:ext cx="0" cy="0"/>
          <a:chOff x="0" y="0"/>
          <a:chExt cx="0" cy="0"/>
        </a:xfrm>
      </p:grpSpPr>
      <p:sp>
        <p:nvSpPr>
          <p:cNvPr id="525" name="Google Shape;525;p48"/>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6" name="Google Shape;526;p48"/>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7" name="Google Shape;527;p48"/>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8" name="Google Shape;528;p48"/>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8450" lvl="1" marL="914400">
              <a:spcBef>
                <a:spcPts val="1000"/>
              </a:spcBef>
              <a:spcAft>
                <a:spcPts val="0"/>
              </a:spcAft>
              <a:buSzPts val="1100"/>
              <a:buChar char="○"/>
              <a:defRPr/>
            </a:lvl2pPr>
            <a:lvl3pPr indent="-298450" lvl="2" marL="1371600">
              <a:spcBef>
                <a:spcPts val="1000"/>
              </a:spcBef>
              <a:spcAft>
                <a:spcPts val="0"/>
              </a:spcAft>
              <a:buSzPts val="1100"/>
              <a:buChar char="■"/>
              <a:defRPr/>
            </a:lvl3pPr>
            <a:lvl4pPr indent="-298450" lvl="3" marL="1828800">
              <a:spcBef>
                <a:spcPts val="1000"/>
              </a:spcBef>
              <a:spcAft>
                <a:spcPts val="0"/>
              </a:spcAft>
              <a:buSzPts val="1100"/>
              <a:buChar char="●"/>
              <a:defRPr/>
            </a:lvl4pPr>
            <a:lvl5pPr indent="-298450" lvl="4" marL="2286000">
              <a:spcBef>
                <a:spcPts val="1000"/>
              </a:spcBef>
              <a:spcAft>
                <a:spcPts val="0"/>
              </a:spcAft>
              <a:buSzPts val="1100"/>
              <a:buChar char="○"/>
              <a:defRPr/>
            </a:lvl5pPr>
            <a:lvl6pPr indent="-298450" lvl="5" marL="2743200">
              <a:spcBef>
                <a:spcPts val="1000"/>
              </a:spcBef>
              <a:spcAft>
                <a:spcPts val="0"/>
              </a:spcAft>
              <a:buSzPts val="1100"/>
              <a:buChar char="■"/>
              <a:defRPr/>
            </a:lvl6pPr>
            <a:lvl7pPr indent="-298450" lvl="6" marL="3200400">
              <a:spcBef>
                <a:spcPts val="1000"/>
              </a:spcBef>
              <a:spcAft>
                <a:spcPts val="0"/>
              </a:spcAft>
              <a:buSzPts val="1100"/>
              <a:buChar char="●"/>
              <a:defRPr/>
            </a:lvl7pPr>
            <a:lvl8pPr indent="-298450" lvl="7" marL="3657600">
              <a:spcBef>
                <a:spcPts val="1000"/>
              </a:spcBef>
              <a:spcAft>
                <a:spcPts val="0"/>
              </a:spcAft>
              <a:buSzPts val="1100"/>
              <a:buChar char="○"/>
              <a:defRPr/>
            </a:lvl8pPr>
            <a:lvl9pPr indent="-298450" lvl="8" marL="4114800">
              <a:spcBef>
                <a:spcPts val="1000"/>
              </a:spcBef>
              <a:spcAft>
                <a:spcPts val="1000"/>
              </a:spcAft>
              <a:buSzPts val="1100"/>
              <a:buChar char="■"/>
              <a:defRPr/>
            </a:lvl9pPr>
          </a:lstStyle>
          <a:p/>
        </p:txBody>
      </p:sp>
      <p:sp>
        <p:nvSpPr>
          <p:cNvPr id="529" name="Google Shape;529;p48"/>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0" name="Google Shape;530;p4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1" name="Google Shape;531;p4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2" name="Google Shape;532;p4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3" name="Google Shape;533;p4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34" name="Shape 534"/>
        <p:cNvGrpSpPr/>
        <p:nvPr/>
      </p:nvGrpSpPr>
      <p:grpSpPr>
        <a:xfrm>
          <a:off x="0" y="0"/>
          <a:ext cx="0" cy="0"/>
          <a:chOff x="0" y="0"/>
          <a:chExt cx="0" cy="0"/>
        </a:xfrm>
      </p:grpSpPr>
      <p:sp>
        <p:nvSpPr>
          <p:cNvPr id="535" name="Google Shape;535;p4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36" name="Google Shape;536;p4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37" name="Shape 537"/>
        <p:cNvGrpSpPr/>
        <p:nvPr/>
      </p:nvGrpSpPr>
      <p:grpSpPr>
        <a:xfrm>
          <a:off x="0" y="0"/>
          <a:ext cx="0" cy="0"/>
          <a:chOff x="0" y="0"/>
          <a:chExt cx="0" cy="0"/>
        </a:xfrm>
      </p:grpSpPr>
      <p:sp>
        <p:nvSpPr>
          <p:cNvPr id="538" name="Google Shape;538;p50"/>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39" name="Google Shape;539;p50"/>
          <p:cNvSpPr/>
          <p:nvPr>
            <p:ph idx="2" type="pic"/>
          </p:nvPr>
        </p:nvSpPr>
        <p:spPr>
          <a:xfrm>
            <a:off x="4804825" y="1133300"/>
            <a:ext cx="4027500" cy="2392800"/>
          </a:xfrm>
          <a:prstGeom prst="rect">
            <a:avLst/>
          </a:prstGeom>
          <a:noFill/>
          <a:ln>
            <a:noFill/>
          </a:ln>
        </p:spPr>
      </p:sp>
      <p:sp>
        <p:nvSpPr>
          <p:cNvPr id="540" name="Google Shape;540;p50"/>
          <p:cNvSpPr/>
          <p:nvPr>
            <p:ph idx="3" type="pic"/>
          </p:nvPr>
        </p:nvSpPr>
        <p:spPr>
          <a:xfrm>
            <a:off x="311725" y="1133300"/>
            <a:ext cx="4027500" cy="2392800"/>
          </a:xfrm>
          <a:prstGeom prst="rect">
            <a:avLst/>
          </a:prstGeom>
          <a:noFill/>
          <a:ln>
            <a:noFill/>
          </a:ln>
        </p:spPr>
      </p:sp>
      <p:sp>
        <p:nvSpPr>
          <p:cNvPr id="541" name="Google Shape;541;p50"/>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2" name="Google Shape;542;p5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43" name="Google Shape;543;p5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4" name="Google Shape;544;p5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45" name="Shape 545"/>
        <p:cNvGrpSpPr/>
        <p:nvPr/>
      </p:nvGrpSpPr>
      <p:grpSpPr>
        <a:xfrm>
          <a:off x="0" y="0"/>
          <a:ext cx="0" cy="0"/>
          <a:chOff x="0" y="0"/>
          <a:chExt cx="0" cy="0"/>
        </a:xfrm>
      </p:grpSpPr>
      <p:sp>
        <p:nvSpPr>
          <p:cNvPr id="546" name="Google Shape;546;p51"/>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47" name="Google Shape;547;p51"/>
          <p:cNvSpPr/>
          <p:nvPr>
            <p:ph idx="2" type="pic"/>
          </p:nvPr>
        </p:nvSpPr>
        <p:spPr>
          <a:xfrm>
            <a:off x="6205225" y="1128325"/>
            <a:ext cx="2627100" cy="2273100"/>
          </a:xfrm>
          <a:prstGeom prst="rect">
            <a:avLst/>
          </a:prstGeom>
          <a:noFill/>
          <a:ln>
            <a:noFill/>
          </a:ln>
        </p:spPr>
      </p:sp>
      <p:sp>
        <p:nvSpPr>
          <p:cNvPr id="548" name="Google Shape;548;p51"/>
          <p:cNvSpPr/>
          <p:nvPr>
            <p:ph idx="3" type="pic"/>
          </p:nvPr>
        </p:nvSpPr>
        <p:spPr>
          <a:xfrm>
            <a:off x="311725" y="1128325"/>
            <a:ext cx="2627100" cy="2273100"/>
          </a:xfrm>
          <a:prstGeom prst="rect">
            <a:avLst/>
          </a:prstGeom>
          <a:noFill/>
          <a:ln>
            <a:noFill/>
          </a:ln>
        </p:spPr>
      </p:sp>
      <p:sp>
        <p:nvSpPr>
          <p:cNvPr id="549" name="Google Shape;549;p51"/>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0" name="Google Shape;550;p51"/>
          <p:cNvSpPr/>
          <p:nvPr>
            <p:ph idx="5" type="pic"/>
          </p:nvPr>
        </p:nvSpPr>
        <p:spPr>
          <a:xfrm>
            <a:off x="3255250" y="1128325"/>
            <a:ext cx="2627100" cy="2273100"/>
          </a:xfrm>
          <a:prstGeom prst="rect">
            <a:avLst/>
          </a:prstGeom>
          <a:noFill/>
          <a:ln>
            <a:noFill/>
          </a:ln>
        </p:spPr>
      </p:sp>
      <p:sp>
        <p:nvSpPr>
          <p:cNvPr id="551" name="Google Shape;551;p51"/>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552" name="Google Shape;552;p5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53" name="Google Shape;553;p5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4" name="Google Shape;554;p5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5" name="Google Shape;555;p5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56" name="Shape 556"/>
        <p:cNvGrpSpPr/>
        <p:nvPr/>
      </p:nvGrpSpPr>
      <p:grpSpPr>
        <a:xfrm>
          <a:off x="0" y="0"/>
          <a:ext cx="0" cy="0"/>
          <a:chOff x="0" y="0"/>
          <a:chExt cx="0" cy="0"/>
        </a:xfrm>
      </p:grpSpPr>
      <p:sp>
        <p:nvSpPr>
          <p:cNvPr id="557" name="Google Shape;557;p5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58" name="Shape 558"/>
        <p:cNvGrpSpPr/>
        <p:nvPr/>
      </p:nvGrpSpPr>
      <p:grpSpPr>
        <a:xfrm>
          <a:off x="0" y="0"/>
          <a:ext cx="0" cy="0"/>
          <a:chOff x="0" y="0"/>
          <a:chExt cx="0" cy="0"/>
        </a:xfrm>
      </p:grpSpPr>
      <p:sp>
        <p:nvSpPr>
          <p:cNvPr id="559" name="Google Shape;559;p53"/>
          <p:cNvSpPr/>
          <p:nvPr>
            <p:ph idx="2" type="pic"/>
          </p:nvPr>
        </p:nvSpPr>
        <p:spPr>
          <a:xfrm>
            <a:off x="3389600" y="118913"/>
            <a:ext cx="1643700" cy="1535100"/>
          </a:xfrm>
          <a:prstGeom prst="rect">
            <a:avLst/>
          </a:prstGeom>
          <a:noFill/>
          <a:ln>
            <a:noFill/>
          </a:ln>
        </p:spPr>
      </p:sp>
      <p:sp>
        <p:nvSpPr>
          <p:cNvPr id="560" name="Google Shape;560;p53"/>
          <p:cNvSpPr/>
          <p:nvPr>
            <p:ph idx="3" type="pic"/>
          </p:nvPr>
        </p:nvSpPr>
        <p:spPr>
          <a:xfrm>
            <a:off x="5195935" y="118913"/>
            <a:ext cx="1643700" cy="1535100"/>
          </a:xfrm>
          <a:prstGeom prst="rect">
            <a:avLst/>
          </a:prstGeom>
          <a:noFill/>
          <a:ln>
            <a:noFill/>
          </a:ln>
        </p:spPr>
      </p:sp>
      <p:sp>
        <p:nvSpPr>
          <p:cNvPr id="561" name="Google Shape;561;p53"/>
          <p:cNvSpPr/>
          <p:nvPr>
            <p:ph idx="4" type="pic"/>
          </p:nvPr>
        </p:nvSpPr>
        <p:spPr>
          <a:xfrm>
            <a:off x="7002270" y="118913"/>
            <a:ext cx="1643700" cy="1535100"/>
          </a:xfrm>
          <a:prstGeom prst="rect">
            <a:avLst/>
          </a:prstGeom>
          <a:noFill/>
          <a:ln>
            <a:noFill/>
          </a:ln>
        </p:spPr>
      </p:sp>
      <p:sp>
        <p:nvSpPr>
          <p:cNvPr id="562" name="Google Shape;562;p53"/>
          <p:cNvSpPr/>
          <p:nvPr>
            <p:ph idx="5" type="pic"/>
          </p:nvPr>
        </p:nvSpPr>
        <p:spPr>
          <a:xfrm>
            <a:off x="3389588" y="1804212"/>
            <a:ext cx="1643700" cy="1535100"/>
          </a:xfrm>
          <a:prstGeom prst="rect">
            <a:avLst/>
          </a:prstGeom>
          <a:noFill/>
          <a:ln>
            <a:noFill/>
          </a:ln>
        </p:spPr>
      </p:sp>
      <p:sp>
        <p:nvSpPr>
          <p:cNvPr id="563" name="Google Shape;563;p53"/>
          <p:cNvSpPr/>
          <p:nvPr>
            <p:ph idx="6" type="pic"/>
          </p:nvPr>
        </p:nvSpPr>
        <p:spPr>
          <a:xfrm>
            <a:off x="5195922" y="1804212"/>
            <a:ext cx="1643700" cy="1535100"/>
          </a:xfrm>
          <a:prstGeom prst="rect">
            <a:avLst/>
          </a:prstGeom>
          <a:noFill/>
          <a:ln>
            <a:noFill/>
          </a:ln>
        </p:spPr>
      </p:sp>
      <p:sp>
        <p:nvSpPr>
          <p:cNvPr id="564" name="Google Shape;564;p53"/>
          <p:cNvSpPr/>
          <p:nvPr>
            <p:ph idx="7" type="pic"/>
          </p:nvPr>
        </p:nvSpPr>
        <p:spPr>
          <a:xfrm>
            <a:off x="7002257" y="1804212"/>
            <a:ext cx="1643700" cy="1535100"/>
          </a:xfrm>
          <a:prstGeom prst="rect">
            <a:avLst/>
          </a:prstGeom>
          <a:noFill/>
          <a:ln>
            <a:noFill/>
          </a:ln>
        </p:spPr>
      </p:sp>
      <p:sp>
        <p:nvSpPr>
          <p:cNvPr id="565" name="Google Shape;565;p53"/>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66" name="Google Shape;566;p53"/>
          <p:cNvSpPr/>
          <p:nvPr>
            <p:ph idx="8" type="pic"/>
          </p:nvPr>
        </p:nvSpPr>
        <p:spPr>
          <a:xfrm>
            <a:off x="3389588" y="3489487"/>
            <a:ext cx="1643700" cy="1535100"/>
          </a:xfrm>
          <a:prstGeom prst="rect">
            <a:avLst/>
          </a:prstGeom>
          <a:noFill/>
          <a:ln>
            <a:noFill/>
          </a:ln>
        </p:spPr>
      </p:sp>
      <p:sp>
        <p:nvSpPr>
          <p:cNvPr id="567" name="Google Shape;567;p53"/>
          <p:cNvSpPr/>
          <p:nvPr>
            <p:ph idx="9" type="pic"/>
          </p:nvPr>
        </p:nvSpPr>
        <p:spPr>
          <a:xfrm>
            <a:off x="5195922" y="3489487"/>
            <a:ext cx="1643700" cy="1535100"/>
          </a:xfrm>
          <a:prstGeom prst="rect">
            <a:avLst/>
          </a:prstGeom>
          <a:noFill/>
          <a:ln>
            <a:noFill/>
          </a:ln>
        </p:spPr>
      </p:sp>
      <p:sp>
        <p:nvSpPr>
          <p:cNvPr id="568" name="Google Shape;568;p5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2.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700" y="1782325"/>
            <a:ext cx="6153900" cy="2901300"/>
          </a:xfrm>
          <a:prstGeom prst="rect">
            <a:avLst/>
          </a:prstGeom>
          <a:noFill/>
          <a:ln>
            <a:noFill/>
          </a:ln>
        </p:spPr>
        <p:txBody>
          <a:bodyPr anchorCtr="0" anchor="t" bIns="0" lIns="0" spcFirstLastPara="1" rIns="91425" wrap="square" tIns="0">
            <a:noAutofit/>
          </a:bodyPr>
          <a:lstStyle>
            <a:lvl1pPr indent="-298450" lvl="0" marL="457200">
              <a:lnSpc>
                <a:spcPct val="150000"/>
              </a:lnSpc>
              <a:spcBef>
                <a:spcPts val="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1pPr>
            <a:lvl2pPr indent="-298450" lvl="1" marL="914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2pPr>
            <a:lvl3pPr indent="-298450" lvl="2" marL="1371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3pPr>
            <a:lvl4pPr indent="-298450" lvl="3" marL="18288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4pPr>
            <a:lvl5pPr indent="-298450" lvl="4" marL="22860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5pPr>
            <a:lvl6pPr indent="-298450" lvl="5" marL="27432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6pPr>
            <a:lvl7pPr indent="-298450" lvl="6" marL="32004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7pPr>
            <a:lvl8pPr indent="-298450" lvl="7" marL="3657600">
              <a:lnSpc>
                <a:spcPct val="150000"/>
              </a:lnSpc>
              <a:spcBef>
                <a:spcPts val="1000"/>
              </a:spcBef>
              <a:spcAft>
                <a:spcPts val="0"/>
              </a:spcAft>
              <a:buClr>
                <a:schemeClr val="lt1"/>
              </a:buClr>
              <a:buSzPts val="1100"/>
              <a:buFont typeface="Urbanist"/>
              <a:buChar char="○"/>
              <a:defRPr sz="1100">
                <a:solidFill>
                  <a:schemeClr val="lt1"/>
                </a:solidFill>
                <a:latin typeface="Urbanist"/>
                <a:ea typeface="Urbanist"/>
                <a:cs typeface="Urbanist"/>
                <a:sym typeface="Urbanist"/>
              </a:defRPr>
            </a:lvl8pPr>
            <a:lvl9pPr indent="-298450" lvl="8" marL="4114800">
              <a:lnSpc>
                <a:spcPct val="150000"/>
              </a:lnSpc>
              <a:spcBef>
                <a:spcPts val="1000"/>
              </a:spcBef>
              <a:spcAft>
                <a:spcPts val="1000"/>
              </a:spcAft>
              <a:buClr>
                <a:schemeClr val="lt1"/>
              </a:buClr>
              <a:buSzPts val="1100"/>
              <a:buFont typeface="Urbanist"/>
              <a:buChar char="■"/>
              <a:defRPr sz="11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83475" y="459250"/>
            <a:ext cx="8575800" cy="655500"/>
          </a:xfrm>
          <a:prstGeom prst="rect">
            <a:avLst/>
          </a:prstGeom>
          <a:noFill/>
          <a:ln>
            <a:noFill/>
          </a:ln>
        </p:spPr>
        <p:txBody>
          <a:bodyPr anchorCtr="0" anchor="t" bIns="0" lIns="0" spcFirstLastPara="1" rIns="91425" wrap="square" tIns="0">
            <a:noAutofit/>
          </a:bodyPr>
          <a:lstStyle>
            <a:lvl1pPr lvl="0">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4000"/>
              <a:buFont typeface="Poppins SemiBold"/>
              <a:buNone/>
              <a:defRPr sz="4000">
                <a:solidFill>
                  <a:schemeClr val="lt1"/>
                </a:solidFill>
                <a:latin typeface="Poppins SemiBold"/>
                <a:ea typeface="Poppins SemiBold"/>
                <a:cs typeface="Poppins SemiBold"/>
                <a:sym typeface="Poppins SemiBol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4"/>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4400"/>
              <a:t>Smart-Recovery Portal</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5"/>
          <p:cNvSpPr txBox="1"/>
          <p:nvPr>
            <p:ph idx="1" type="subTitle"/>
          </p:nvPr>
        </p:nvSpPr>
        <p:spPr>
          <a:xfrm>
            <a:off x="284700" y="2574275"/>
            <a:ext cx="4287300" cy="12783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latin typeface="Poppins Medium"/>
                <a:ea typeface="Poppins Medium"/>
                <a:cs typeface="Poppins Medium"/>
                <a:sym typeface="Poppins Medium"/>
              </a:rPr>
              <a:t>Automate </a:t>
            </a:r>
            <a:r>
              <a:rPr lang="en">
                <a:latin typeface="Poppins Medium"/>
                <a:ea typeface="Poppins Medium"/>
                <a:cs typeface="Poppins Medium"/>
                <a:sym typeface="Poppins Medium"/>
              </a:rPr>
              <a:t>simple self-serve debt recovery journeys such as pay now, promise-to-pay (PTP), and </a:t>
            </a:r>
            <a:r>
              <a:rPr lang="en">
                <a:latin typeface="Poppins Medium"/>
                <a:ea typeface="Poppins Medium"/>
                <a:cs typeface="Poppins Medium"/>
                <a:sym typeface="Poppins Medium"/>
              </a:rPr>
              <a:t>payment</a:t>
            </a:r>
            <a:r>
              <a:rPr lang="en">
                <a:latin typeface="Poppins Medium"/>
                <a:ea typeface="Poppins Medium"/>
                <a:cs typeface="Poppins Medium"/>
                <a:sym typeface="Poppins Medium"/>
              </a:rPr>
              <a:t>-plan selection. While routing unsupported cases to agents with full context, so an audit trail is included from day one.</a:t>
            </a:r>
            <a:endParaRPr>
              <a:latin typeface="Poppins Medium"/>
              <a:ea typeface="Poppins Medium"/>
              <a:cs typeface="Poppins Medium"/>
              <a:sym typeface="Poppins Medium"/>
            </a:endParaRPr>
          </a:p>
        </p:txBody>
      </p:sp>
      <p:sp>
        <p:nvSpPr>
          <p:cNvPr id="579" name="Google Shape;579;p55"/>
          <p:cNvSpPr txBox="1"/>
          <p:nvPr>
            <p:ph type="title"/>
          </p:nvPr>
        </p:nvSpPr>
        <p:spPr>
          <a:xfrm>
            <a:off x="284700" y="474750"/>
            <a:ext cx="6287100" cy="17943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Approve Phase 1 of the Smart-Recovery Portal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6"/>
          <p:cNvSpPr txBox="1"/>
          <p:nvPr>
            <p:ph type="title"/>
          </p:nvPr>
        </p:nvSpPr>
        <p:spPr>
          <a:xfrm>
            <a:off x="283475" y="433725"/>
            <a:ext cx="5868600" cy="43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Why the problem matters now?</a:t>
            </a:r>
            <a:endParaRPr/>
          </a:p>
        </p:txBody>
      </p:sp>
      <p:sp>
        <p:nvSpPr>
          <p:cNvPr id="585" name="Google Shape;585;p56"/>
          <p:cNvSpPr txBox="1"/>
          <p:nvPr>
            <p:ph idx="1" type="subTitle"/>
          </p:nvPr>
        </p:nvSpPr>
        <p:spPr>
          <a:xfrm>
            <a:off x="284700" y="2866405"/>
            <a:ext cx="21903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1300"/>
              <a:t>M</a:t>
            </a:r>
            <a:r>
              <a:rPr lang="en" sz="1300"/>
              <a:t>anual Operational Waste</a:t>
            </a:r>
            <a:endParaRPr sz="1300"/>
          </a:p>
        </p:txBody>
      </p:sp>
      <p:sp>
        <p:nvSpPr>
          <p:cNvPr id="586" name="Google Shape;586;p56"/>
          <p:cNvSpPr txBox="1"/>
          <p:nvPr>
            <p:ph idx="2" type="subTitle"/>
          </p:nvPr>
        </p:nvSpPr>
        <p:spPr>
          <a:xfrm>
            <a:off x="284700" y="3282015"/>
            <a:ext cx="1970400" cy="1293000"/>
          </a:xfrm>
          <a:prstGeom prst="rect">
            <a:avLst/>
          </a:prstGeom>
        </p:spPr>
        <p:txBody>
          <a:bodyPr anchorCtr="0" anchor="t" bIns="91425" lIns="0" spcFirstLastPara="1" rIns="91425" wrap="square" tIns="91425">
            <a:sp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Agents spend most of their day on low-value tasks</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Current process does not scale</a:t>
            </a:r>
            <a:endParaRPr sz="1200">
              <a:latin typeface="Poppins"/>
              <a:ea typeface="Poppins"/>
              <a:cs typeface="Poppins"/>
              <a:sym typeface="Poppins"/>
            </a:endParaRPr>
          </a:p>
        </p:txBody>
      </p:sp>
      <p:sp>
        <p:nvSpPr>
          <p:cNvPr id="587" name="Google Shape;587;p56"/>
          <p:cNvSpPr txBox="1"/>
          <p:nvPr>
            <p:ph idx="3" type="subTitle"/>
          </p:nvPr>
        </p:nvSpPr>
        <p:spPr>
          <a:xfrm>
            <a:off x="2709925" y="2866405"/>
            <a:ext cx="21903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1300"/>
              <a:t>100,000 Delinquent accounts</a:t>
            </a:r>
            <a:endParaRPr sz="1300"/>
          </a:p>
        </p:txBody>
      </p:sp>
      <p:sp>
        <p:nvSpPr>
          <p:cNvPr id="588" name="Google Shape;588;p56"/>
          <p:cNvSpPr txBox="1"/>
          <p:nvPr>
            <p:ph idx="4" type="subTitle"/>
          </p:nvPr>
        </p:nvSpPr>
        <p:spPr>
          <a:xfrm>
            <a:off x="2709924" y="3282015"/>
            <a:ext cx="1970400" cy="14775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1200">
                <a:latin typeface="Poppins"/>
                <a:ea typeface="Poppins"/>
                <a:cs typeface="Poppins"/>
                <a:sym typeface="Poppins"/>
              </a:rPr>
              <a:t>In three months:</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331 accounts in 'plan requested' </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142 accounts in 'promise due' for over 30 days</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p:txBody>
      </p:sp>
      <p:sp>
        <p:nvSpPr>
          <p:cNvPr id="589" name="Google Shape;589;p56"/>
          <p:cNvSpPr txBox="1"/>
          <p:nvPr>
            <p:ph idx="5" type="subTitle"/>
          </p:nvPr>
        </p:nvSpPr>
        <p:spPr>
          <a:xfrm>
            <a:off x="5135149" y="2671157"/>
            <a:ext cx="19704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sz="1300"/>
              <a:t>15% Revenue Leakage</a:t>
            </a:r>
            <a:endParaRPr sz="1300"/>
          </a:p>
        </p:txBody>
      </p:sp>
      <p:sp>
        <p:nvSpPr>
          <p:cNvPr id="590" name="Google Shape;590;p56"/>
          <p:cNvSpPr txBox="1"/>
          <p:nvPr>
            <p:ph idx="6" type="subTitle"/>
          </p:nvPr>
        </p:nvSpPr>
        <p:spPr>
          <a:xfrm>
            <a:off x="5135149" y="3267132"/>
            <a:ext cx="1970400" cy="923400"/>
          </a:xfrm>
          <a:prstGeom prst="rect">
            <a:avLst/>
          </a:prstGeom>
        </p:spPr>
        <p:txBody>
          <a:bodyPr anchorCtr="0" anchor="t" bIns="91425" lIns="0" spcFirstLastPara="1" rIns="91425" wrap="square" tIns="91425">
            <a:sp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Missed follow-ups directly contribute to revenue leakage</a:t>
            </a:r>
            <a:endParaRPr sz="1200">
              <a:latin typeface="Poppins"/>
              <a:ea typeface="Poppins"/>
              <a:cs typeface="Poppins"/>
              <a:sym typeface="Poppins"/>
            </a:endParaRPr>
          </a:p>
        </p:txBody>
      </p:sp>
      <p:sp>
        <p:nvSpPr>
          <p:cNvPr id="591" name="Google Shape;591;p56"/>
          <p:cNvSpPr/>
          <p:nvPr/>
        </p:nvSpPr>
        <p:spPr>
          <a:xfrm rot="10800000">
            <a:off x="284698" y="1660123"/>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2" name="Google Shape;592;p56"/>
          <p:cNvSpPr/>
          <p:nvPr/>
        </p:nvSpPr>
        <p:spPr>
          <a:xfrm rot="-5400000">
            <a:off x="284699" y="2168619"/>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3" name="Google Shape;593;p56"/>
          <p:cNvSpPr/>
          <p:nvPr/>
        </p:nvSpPr>
        <p:spPr>
          <a:xfrm>
            <a:off x="791999" y="2168622"/>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594" name="Google Shape;594;p56"/>
          <p:cNvSpPr/>
          <p:nvPr/>
        </p:nvSpPr>
        <p:spPr>
          <a:xfrm rot="-5400000">
            <a:off x="2709923" y="1660123"/>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5" name="Google Shape;595;p56"/>
          <p:cNvSpPr/>
          <p:nvPr/>
        </p:nvSpPr>
        <p:spPr>
          <a:xfrm rot="-5400000">
            <a:off x="2709924" y="2168619"/>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6" name="Google Shape;596;p56"/>
          <p:cNvSpPr/>
          <p:nvPr/>
        </p:nvSpPr>
        <p:spPr>
          <a:xfrm>
            <a:off x="2709924" y="1660122"/>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597" name="Google Shape;597;p56"/>
          <p:cNvSpPr/>
          <p:nvPr/>
        </p:nvSpPr>
        <p:spPr>
          <a:xfrm>
            <a:off x="5136348" y="1660123"/>
            <a:ext cx="1015800" cy="1015800"/>
          </a:xfrm>
          <a:prstGeom prst="pie">
            <a:avLst>
              <a:gd fmla="val 0" name="adj1"/>
              <a:gd fmla="val 1081321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8" name="Google Shape;598;p56"/>
          <p:cNvSpPr/>
          <p:nvPr/>
        </p:nvSpPr>
        <p:spPr>
          <a:xfrm rot="-5400000">
            <a:off x="5135149" y="1660119"/>
            <a:ext cx="507300" cy="50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latin typeface="Urbanist"/>
              <a:ea typeface="Urbanist"/>
              <a:cs typeface="Urbanist"/>
              <a:sym typeface="Urbanist"/>
            </a:endParaRPr>
          </a:p>
        </p:txBody>
      </p:sp>
      <p:sp>
        <p:nvSpPr>
          <p:cNvPr id="599" name="Google Shape;599;p56"/>
          <p:cNvSpPr/>
          <p:nvPr/>
        </p:nvSpPr>
        <p:spPr>
          <a:xfrm>
            <a:off x="5644849" y="1660122"/>
            <a:ext cx="507300" cy="507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600" name="Google Shape;600;p56"/>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a:t>
            </a:r>
            <a:r>
              <a:rPr lang="en"/>
              <a:t>-</a:t>
            </a:r>
            <a:r>
              <a:rPr lang="en"/>
              <a:t>Trust</a:t>
            </a:r>
            <a:r>
              <a:rPr lang="en"/>
              <a:t> Bank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7"/>
          <p:cNvSpPr txBox="1"/>
          <p:nvPr>
            <p:ph type="title"/>
          </p:nvPr>
        </p:nvSpPr>
        <p:spPr>
          <a:xfrm>
            <a:off x="283475" y="433737"/>
            <a:ext cx="4382400" cy="43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Discovery evidence</a:t>
            </a:r>
            <a:endParaRPr/>
          </a:p>
        </p:txBody>
      </p:sp>
      <p:sp>
        <p:nvSpPr>
          <p:cNvPr id="606" name="Google Shape;606;p57"/>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07" name="Google Shape;607;p57"/>
          <p:cNvSpPr/>
          <p:nvPr/>
        </p:nvSpPr>
        <p:spPr>
          <a:xfrm>
            <a:off x="2438682" y="1523854"/>
            <a:ext cx="1579200" cy="3579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Pain Points</a:t>
            </a:r>
            <a:endParaRPr sz="1000">
              <a:solidFill>
                <a:schemeClr val="lt1"/>
              </a:solidFill>
              <a:latin typeface="Poppins SemiBold"/>
              <a:ea typeface="Poppins SemiBold"/>
              <a:cs typeface="Poppins SemiBold"/>
              <a:sym typeface="Poppins SemiBold"/>
            </a:endParaRPr>
          </a:p>
        </p:txBody>
      </p:sp>
      <p:sp>
        <p:nvSpPr>
          <p:cNvPr id="608" name="Google Shape;608;p57"/>
          <p:cNvSpPr/>
          <p:nvPr/>
        </p:nvSpPr>
        <p:spPr>
          <a:xfrm>
            <a:off x="5431413" y="1523859"/>
            <a:ext cx="1579200" cy="3579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JTBD Themes</a:t>
            </a:r>
            <a:endParaRPr sz="1000">
              <a:solidFill>
                <a:schemeClr val="lt1"/>
              </a:solidFill>
              <a:latin typeface="Poppins SemiBold"/>
              <a:ea typeface="Poppins SemiBold"/>
              <a:cs typeface="Poppins SemiBold"/>
              <a:sym typeface="Poppins SemiBold"/>
            </a:endParaRPr>
          </a:p>
        </p:txBody>
      </p:sp>
      <p:cxnSp>
        <p:nvCxnSpPr>
          <p:cNvPr id="609" name="Google Shape;609;p57"/>
          <p:cNvCxnSpPr/>
          <p:nvPr/>
        </p:nvCxnSpPr>
        <p:spPr>
          <a:xfrm>
            <a:off x="7570813" y="2097384"/>
            <a:ext cx="0" cy="2610300"/>
          </a:xfrm>
          <a:prstGeom prst="straightConnector1">
            <a:avLst/>
          </a:prstGeom>
          <a:noFill/>
          <a:ln cap="flat" cmpd="sng" w="9525">
            <a:solidFill>
              <a:schemeClr val="lt2"/>
            </a:solidFill>
            <a:prstDash val="solid"/>
            <a:round/>
            <a:headEnd len="med" w="med" type="none"/>
            <a:tailEnd len="med" w="med" type="none"/>
          </a:ln>
        </p:spPr>
      </p:cxnSp>
      <p:sp>
        <p:nvSpPr>
          <p:cNvPr id="610" name="Google Shape;610;p57"/>
          <p:cNvSpPr txBox="1"/>
          <p:nvPr/>
        </p:nvSpPr>
        <p:spPr>
          <a:xfrm>
            <a:off x="2062307" y="2143507"/>
            <a:ext cx="2376900" cy="6081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1 - No single source of truth. </a:t>
            </a:r>
            <a:endParaRPr sz="1000">
              <a:solidFill>
                <a:schemeClr val="lt1"/>
              </a:solidFill>
              <a:latin typeface="Poppins"/>
              <a:ea typeface="Poppins"/>
              <a:cs typeface="Poppins"/>
              <a:sym typeface="Poppins"/>
            </a:endParaRPr>
          </a:p>
        </p:txBody>
      </p:sp>
      <p:sp>
        <p:nvSpPr>
          <p:cNvPr id="611" name="Google Shape;611;p57"/>
          <p:cNvSpPr txBox="1"/>
          <p:nvPr/>
        </p:nvSpPr>
        <p:spPr>
          <a:xfrm>
            <a:off x="5124213" y="2053375"/>
            <a:ext cx="1886400" cy="6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a:ea typeface="Poppins"/>
                <a:cs typeface="Poppins"/>
                <a:sym typeface="Poppins"/>
              </a:rPr>
              <a:t>1 - Customers want to self-serve without calling</a:t>
            </a:r>
            <a:endParaRPr sz="1000">
              <a:solidFill>
                <a:schemeClr val="lt1"/>
              </a:solidFill>
              <a:latin typeface="Poppins"/>
              <a:ea typeface="Poppins"/>
              <a:cs typeface="Poppins"/>
              <a:sym typeface="Poppins"/>
            </a:endParaRPr>
          </a:p>
        </p:txBody>
      </p:sp>
      <p:sp>
        <p:nvSpPr>
          <p:cNvPr id="612" name="Google Shape;612;p57"/>
          <p:cNvSpPr txBox="1"/>
          <p:nvPr/>
        </p:nvSpPr>
        <p:spPr>
          <a:xfrm>
            <a:off x="2039832" y="2758732"/>
            <a:ext cx="2376900" cy="6081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2 - Follow-ups and PTP tracking is entirely manual.</a:t>
            </a:r>
            <a:endParaRPr sz="1000">
              <a:solidFill>
                <a:schemeClr val="lt1"/>
              </a:solidFill>
              <a:latin typeface="Poppins"/>
              <a:ea typeface="Poppins"/>
              <a:cs typeface="Poppins"/>
              <a:sym typeface="Poppins"/>
            </a:endParaRPr>
          </a:p>
        </p:txBody>
      </p:sp>
      <p:sp>
        <p:nvSpPr>
          <p:cNvPr id="613" name="Google Shape;613;p57"/>
          <p:cNvSpPr txBox="1"/>
          <p:nvPr/>
        </p:nvSpPr>
        <p:spPr>
          <a:xfrm>
            <a:off x="5124213" y="2758725"/>
            <a:ext cx="1886400" cy="6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a:ea typeface="Poppins"/>
                <a:cs typeface="Poppins"/>
                <a:sym typeface="Poppins"/>
              </a:rPr>
              <a:t>2 - Agents want context before they act</a:t>
            </a:r>
            <a:endParaRPr sz="1000">
              <a:solidFill>
                <a:schemeClr val="lt1"/>
              </a:solidFill>
              <a:latin typeface="Poppins"/>
              <a:ea typeface="Poppins"/>
              <a:cs typeface="Poppins"/>
              <a:sym typeface="Poppins"/>
            </a:endParaRPr>
          </a:p>
        </p:txBody>
      </p:sp>
      <p:sp>
        <p:nvSpPr>
          <p:cNvPr id="614" name="Google Shape;614;p57"/>
          <p:cNvSpPr txBox="1"/>
          <p:nvPr/>
        </p:nvSpPr>
        <p:spPr>
          <a:xfrm>
            <a:off x="2039832" y="3464082"/>
            <a:ext cx="2376900" cy="6081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3- Straightforward and complex cases are handled in the same manual queue.</a:t>
            </a:r>
            <a:endParaRPr sz="1000">
              <a:solidFill>
                <a:schemeClr val="lt1"/>
              </a:solidFill>
              <a:latin typeface="Poppins"/>
              <a:ea typeface="Poppins"/>
              <a:cs typeface="Poppins"/>
              <a:sym typeface="Poppins"/>
            </a:endParaRPr>
          </a:p>
        </p:txBody>
      </p:sp>
      <p:sp>
        <p:nvSpPr>
          <p:cNvPr id="615" name="Google Shape;615;p57"/>
          <p:cNvSpPr txBox="1"/>
          <p:nvPr/>
        </p:nvSpPr>
        <p:spPr>
          <a:xfrm>
            <a:off x="5230688" y="3464075"/>
            <a:ext cx="1775100" cy="60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a:ea typeface="Poppins"/>
                <a:cs typeface="Poppins"/>
                <a:sym typeface="Poppins"/>
              </a:rPr>
              <a:t>3 - Managers want visibility without manual reporting.</a:t>
            </a:r>
            <a:endParaRPr sz="1000">
              <a:solidFill>
                <a:schemeClr val="lt1"/>
              </a:solidFill>
              <a:latin typeface="Poppins"/>
              <a:ea typeface="Poppins"/>
              <a:cs typeface="Poppins"/>
              <a:sym typeface="Poppins"/>
            </a:endParaRPr>
          </a:p>
        </p:txBody>
      </p:sp>
      <p:cxnSp>
        <p:nvCxnSpPr>
          <p:cNvPr id="616" name="Google Shape;616;p57"/>
          <p:cNvCxnSpPr/>
          <p:nvPr/>
        </p:nvCxnSpPr>
        <p:spPr>
          <a:xfrm>
            <a:off x="1573188" y="2097384"/>
            <a:ext cx="0" cy="2610300"/>
          </a:xfrm>
          <a:prstGeom prst="straightConnector1">
            <a:avLst/>
          </a:prstGeom>
          <a:noFill/>
          <a:ln cap="flat" cmpd="sng" w="9525">
            <a:solidFill>
              <a:schemeClr val="lt2"/>
            </a:solidFill>
            <a:prstDash val="solid"/>
            <a:round/>
            <a:headEnd len="med" w="med" type="none"/>
            <a:tailEnd len="med" w="med" type="none"/>
          </a:ln>
        </p:spPr>
      </p:cxnSp>
      <p:cxnSp>
        <p:nvCxnSpPr>
          <p:cNvPr id="617" name="Google Shape;617;p57"/>
          <p:cNvCxnSpPr/>
          <p:nvPr/>
        </p:nvCxnSpPr>
        <p:spPr>
          <a:xfrm>
            <a:off x="4568557" y="2097382"/>
            <a:ext cx="0" cy="26103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8"/>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23" name="Google Shape;623;p58"/>
          <p:cNvSpPr txBox="1"/>
          <p:nvPr>
            <p:ph idx="3" type="body"/>
          </p:nvPr>
        </p:nvSpPr>
        <p:spPr>
          <a:xfrm>
            <a:off x="329575" y="2016150"/>
            <a:ext cx="4290600" cy="25794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b="1" lang="en" sz="1200">
                <a:latin typeface="Poppins"/>
                <a:ea typeface="Poppins"/>
                <a:cs typeface="Poppins"/>
                <a:sym typeface="Poppins"/>
              </a:rPr>
              <a:t>Opportunities</a:t>
            </a:r>
            <a:r>
              <a:rPr b="1" lang="en" sz="1200">
                <a:latin typeface="Poppins"/>
                <a:ea typeface="Poppins"/>
                <a:cs typeface="Poppins"/>
                <a:sym typeface="Poppins"/>
              </a:rPr>
              <a:t> to automate:</a:t>
            </a:r>
            <a:endParaRPr b="1"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Payment processing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Interaction history tracking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PTP tracking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Payment plan activation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Automated follow-ups</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a:p>
            <a:pPr indent="0" lvl="0" marL="0" rtl="0" algn="l">
              <a:spcBef>
                <a:spcPts val="0"/>
              </a:spcBef>
              <a:spcAft>
                <a:spcPts val="0"/>
              </a:spcAft>
              <a:buNone/>
            </a:pPr>
            <a:r>
              <a:rPr b="1" lang="en" sz="1200">
                <a:latin typeface="Poppins"/>
                <a:ea typeface="Poppins"/>
                <a:cs typeface="Poppins"/>
                <a:sym typeface="Poppins"/>
              </a:rPr>
              <a:t>Assumptions:</a:t>
            </a:r>
            <a:endParaRPr b="1"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Strongest assumption: the scale of the problem</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Legacy data being complete enough to build on </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Less certain of the portal’s impact on reducing low-value work</a:t>
            </a:r>
            <a:endParaRPr sz="1200">
              <a:latin typeface="Poppins"/>
              <a:ea typeface="Poppins"/>
              <a:cs typeface="Poppins"/>
              <a:sym typeface="Poppins"/>
            </a:endParaRPr>
          </a:p>
          <a:p>
            <a:pPr indent="0" lvl="0" marL="0" rtl="0" algn="l">
              <a:spcBef>
                <a:spcPts val="0"/>
              </a:spcBef>
              <a:spcAft>
                <a:spcPts val="0"/>
              </a:spcAft>
              <a:buNone/>
            </a:pPr>
            <a:r>
              <a:t/>
            </a:r>
            <a:endParaRPr sz="1200">
              <a:latin typeface="Poppins"/>
              <a:ea typeface="Poppins"/>
              <a:cs typeface="Poppins"/>
              <a:sym typeface="Poppins"/>
            </a:endParaRPr>
          </a:p>
        </p:txBody>
      </p:sp>
      <p:sp>
        <p:nvSpPr>
          <p:cNvPr id="624" name="Google Shape;624;p58"/>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Value case</a:t>
            </a:r>
            <a:r>
              <a:rPr lang="en"/>
              <a:t>:</a:t>
            </a:r>
            <a:endParaRPr/>
          </a:p>
        </p:txBody>
      </p:sp>
      <p:sp>
        <p:nvSpPr>
          <p:cNvPr id="625" name="Google Shape;625;p58"/>
          <p:cNvSpPr/>
          <p:nvPr/>
        </p:nvSpPr>
        <p:spPr>
          <a:xfrm flipH="1" rot="-5400000">
            <a:off x="8850" y="543625"/>
            <a:ext cx="551700" cy="551700"/>
          </a:xfrm>
          <a:prstGeom prst="pie">
            <a:avLst>
              <a:gd fmla="val 931" name="adj1"/>
              <a:gd fmla="val 5408708"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59"/>
          <p:cNvSpPr txBox="1"/>
          <p:nvPr>
            <p:ph idx="1" type="body"/>
          </p:nvPr>
        </p:nvSpPr>
        <p:spPr>
          <a:xfrm>
            <a:off x="284700" y="2191675"/>
            <a:ext cx="4290600" cy="1317600"/>
          </a:xfrm>
          <a:prstGeom prst="rect">
            <a:avLst/>
          </a:prstGeom>
        </p:spPr>
        <p:txBody>
          <a:bodyPr anchorCtr="0" anchor="t" bIns="91425" lIns="0" spcFirstLastPara="1" rIns="91425" wrap="square" tIns="91425">
            <a:no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Identity verification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Account summary</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PTP capture</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Payment plan selection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Rules-based routing</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Portal outcome reporting</a:t>
            </a:r>
            <a:endParaRPr sz="1200">
              <a:latin typeface="Poppins"/>
              <a:ea typeface="Poppins"/>
              <a:cs typeface="Poppins"/>
              <a:sym typeface="Poppins"/>
            </a:endParaRPr>
          </a:p>
        </p:txBody>
      </p:sp>
      <p:sp>
        <p:nvSpPr>
          <p:cNvPr id="631" name="Google Shape;631;p59"/>
          <p:cNvSpPr txBox="1"/>
          <p:nvPr>
            <p:ph type="title"/>
          </p:nvPr>
        </p:nvSpPr>
        <p:spPr>
          <a:xfrm>
            <a:off x="284700" y="919250"/>
            <a:ext cx="59148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Phase 1 scope and exclusions</a:t>
            </a:r>
            <a:r>
              <a:rPr lang="en"/>
              <a:t>:</a:t>
            </a:r>
            <a:endParaRPr/>
          </a:p>
        </p:txBody>
      </p:sp>
      <p:sp>
        <p:nvSpPr>
          <p:cNvPr id="632" name="Google Shape;632;p59"/>
          <p:cNvSpPr txBox="1"/>
          <p:nvPr>
            <p:ph idx="2"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In scope</a:t>
            </a:r>
            <a:endParaRPr/>
          </a:p>
        </p:txBody>
      </p:sp>
      <p:sp>
        <p:nvSpPr>
          <p:cNvPr id="633" name="Google Shape;633;p59"/>
          <p:cNvSpPr txBox="1"/>
          <p:nvPr>
            <p:ph idx="3"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34" name="Google Shape;634;p59"/>
          <p:cNvSpPr/>
          <p:nvPr/>
        </p:nvSpPr>
        <p:spPr>
          <a:xfrm flipH="1" rot="-5400000">
            <a:off x="8850" y="543625"/>
            <a:ext cx="551700" cy="551700"/>
          </a:xfrm>
          <a:prstGeom prst="pie">
            <a:avLst>
              <a:gd fmla="val 931"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35" name="Google Shape;635;p59"/>
          <p:cNvSpPr txBox="1"/>
          <p:nvPr>
            <p:ph idx="2" type="title"/>
          </p:nvPr>
        </p:nvSpPr>
        <p:spPr>
          <a:xfrm>
            <a:off x="284700" y="3405641"/>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Out of scope</a:t>
            </a:r>
            <a:endParaRPr/>
          </a:p>
        </p:txBody>
      </p:sp>
      <p:sp>
        <p:nvSpPr>
          <p:cNvPr id="636" name="Google Shape;636;p59"/>
          <p:cNvSpPr txBox="1"/>
          <p:nvPr>
            <p:ph idx="1" type="body"/>
          </p:nvPr>
        </p:nvSpPr>
        <p:spPr>
          <a:xfrm>
            <a:off x="284700" y="3927195"/>
            <a:ext cx="4290600" cy="976800"/>
          </a:xfrm>
          <a:prstGeom prst="rect">
            <a:avLst/>
          </a:prstGeom>
        </p:spPr>
        <p:txBody>
          <a:bodyPr anchorCtr="0" anchor="t" bIns="91425" lIns="0" spcFirstLastPara="1" rIns="91425" wrap="square" tIns="91425">
            <a:noAutofit/>
          </a:bodyPr>
          <a:lstStyle/>
          <a:p>
            <a:pPr indent="-304800" lvl="0" marL="457200" rtl="0" algn="l">
              <a:spcBef>
                <a:spcPts val="0"/>
              </a:spcBef>
              <a:spcAft>
                <a:spcPts val="0"/>
              </a:spcAft>
              <a:buSzPts val="1200"/>
              <a:buFont typeface="Poppins"/>
              <a:buChar char="●"/>
            </a:pPr>
            <a:r>
              <a:rPr lang="en" sz="1200">
                <a:latin typeface="Poppins"/>
                <a:ea typeface="Poppins"/>
                <a:cs typeface="Poppins"/>
                <a:sym typeface="Poppins"/>
              </a:rPr>
              <a:t>H</a:t>
            </a:r>
            <a:r>
              <a:rPr lang="en" sz="1200">
                <a:latin typeface="Poppins"/>
                <a:ea typeface="Poppins"/>
                <a:cs typeface="Poppins"/>
                <a:sym typeface="Poppins"/>
              </a:rPr>
              <a:t>ardship assessment</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Bespoke repayment negotiation</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Legal escalation workflow</a:t>
            </a:r>
            <a:endParaRPr sz="1200">
              <a:latin typeface="Poppins"/>
              <a:ea typeface="Poppins"/>
              <a:cs typeface="Poppins"/>
              <a:sym typeface="Poppins"/>
            </a:endParaRPr>
          </a:p>
          <a:p>
            <a:pPr indent="-304800" lvl="0" marL="457200" rtl="0" algn="l">
              <a:spcBef>
                <a:spcPts val="0"/>
              </a:spcBef>
              <a:spcAft>
                <a:spcPts val="0"/>
              </a:spcAft>
              <a:buSzPts val="1200"/>
              <a:buFont typeface="Poppins"/>
              <a:buChar char="●"/>
            </a:pPr>
            <a:r>
              <a:rPr lang="en" sz="1200">
                <a:latin typeface="Poppins"/>
                <a:ea typeface="Poppins"/>
                <a:cs typeface="Poppins"/>
                <a:sym typeface="Poppins"/>
              </a:rPr>
              <a:t>Core platform replacement</a:t>
            </a:r>
            <a:endParaRPr sz="12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0"/>
          <p:cNvSpPr/>
          <p:nvPr/>
        </p:nvSpPr>
        <p:spPr>
          <a:xfrm flipH="1" rot="-5400000">
            <a:off x="-275227" y="-273729"/>
            <a:ext cx="551700" cy="551700"/>
          </a:xfrm>
          <a:prstGeom prst="pie">
            <a:avLst>
              <a:gd fmla="val 931"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pic>
        <p:nvPicPr>
          <p:cNvPr id="642" name="Google Shape;642;p60" title="Screenshot 2026-04-17 at 12.34.20.png"/>
          <p:cNvPicPr preferRelativeResize="0"/>
          <p:nvPr/>
        </p:nvPicPr>
        <p:blipFill>
          <a:blip r:embed="rId3">
            <a:alphaModFix/>
          </a:blip>
          <a:stretch>
            <a:fillRect/>
          </a:stretch>
        </p:blipFill>
        <p:spPr>
          <a:xfrm>
            <a:off x="588351" y="180900"/>
            <a:ext cx="8270949" cy="4962600"/>
          </a:xfrm>
          <a:prstGeom prst="rect">
            <a:avLst/>
          </a:prstGeom>
          <a:noFill/>
          <a:ln>
            <a:noFill/>
          </a:ln>
        </p:spPr>
      </p:pic>
      <p:sp>
        <p:nvSpPr>
          <p:cNvPr id="643" name="Google Shape;643;p60"/>
          <p:cNvSpPr txBox="1"/>
          <p:nvPr>
            <p:ph type="title"/>
          </p:nvPr>
        </p:nvSpPr>
        <p:spPr>
          <a:xfrm>
            <a:off x="276475" y="-40482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To-Be Workflow: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61"/>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49" name="Google Shape;649;p61"/>
          <p:cNvSpPr txBox="1"/>
          <p:nvPr>
            <p:ph idx="4" type="body"/>
          </p:nvPr>
        </p:nvSpPr>
        <p:spPr>
          <a:xfrm>
            <a:off x="286425" y="2475750"/>
            <a:ext cx="5453700" cy="2289600"/>
          </a:xfrm>
          <a:prstGeom prst="rect">
            <a:avLst/>
          </a:prstGeom>
        </p:spPr>
        <p:txBody>
          <a:bodyPr anchorCtr="0" anchor="t" bIns="91425" lIns="0" spcFirstLastPara="1" rIns="91425" wrap="square" tIns="91425">
            <a:noAutofit/>
          </a:bodyPr>
          <a:lstStyle/>
          <a:p>
            <a:pPr indent="-298450" lvl="0" marL="457200" rtl="0" algn="l">
              <a:spcBef>
                <a:spcPts val="0"/>
              </a:spcBef>
              <a:spcAft>
                <a:spcPts val="0"/>
              </a:spcAft>
              <a:buSzPts val="1100"/>
              <a:buAutoNum type="arabicPeriod"/>
            </a:pPr>
            <a:r>
              <a:rPr lang="en"/>
              <a:t>I</a:t>
            </a:r>
            <a:r>
              <a:rPr lang="en"/>
              <a:t>dentity verification</a:t>
            </a:r>
            <a:endParaRPr/>
          </a:p>
          <a:p>
            <a:pPr indent="-298450" lvl="0" marL="457200" rtl="0" algn="l">
              <a:spcBef>
                <a:spcPts val="0"/>
              </a:spcBef>
              <a:spcAft>
                <a:spcPts val="0"/>
              </a:spcAft>
              <a:buSzPts val="1100"/>
              <a:buAutoNum type="arabicPeriod"/>
            </a:pPr>
            <a:r>
              <a:rPr lang="en"/>
              <a:t>Account visibility and </a:t>
            </a:r>
            <a:r>
              <a:rPr lang="en"/>
              <a:t>eligible</a:t>
            </a:r>
            <a:r>
              <a:rPr lang="en"/>
              <a:t> actions options</a:t>
            </a:r>
            <a:endParaRPr/>
          </a:p>
          <a:p>
            <a:pPr indent="-298450" lvl="0" marL="457200" rtl="0" algn="l">
              <a:spcBef>
                <a:spcPts val="0"/>
              </a:spcBef>
              <a:spcAft>
                <a:spcPts val="0"/>
              </a:spcAft>
              <a:buSzPts val="1100"/>
              <a:buAutoNum type="arabicPeriod"/>
            </a:pPr>
            <a:r>
              <a:rPr lang="en"/>
              <a:t>Payment-plan selection</a:t>
            </a:r>
            <a:endParaRPr/>
          </a:p>
          <a:p>
            <a:pPr indent="-298450" lvl="0" marL="457200" rtl="0" algn="l">
              <a:spcBef>
                <a:spcPts val="0"/>
              </a:spcBef>
              <a:spcAft>
                <a:spcPts val="0"/>
              </a:spcAft>
              <a:buSzPts val="1100"/>
              <a:buAutoNum type="arabicPeriod"/>
            </a:pPr>
            <a:r>
              <a:rPr lang="en"/>
              <a:t>Rules-based routing and exception handling</a:t>
            </a:r>
            <a:endParaRPr/>
          </a:p>
          <a:p>
            <a:pPr indent="-298450" lvl="0" marL="457200" rtl="0" algn="l">
              <a:spcBef>
                <a:spcPts val="0"/>
              </a:spcBef>
              <a:spcAft>
                <a:spcPts val="0"/>
              </a:spcAft>
              <a:buSzPts val="1100"/>
              <a:buAutoNum type="arabicPeriod"/>
            </a:pPr>
            <a:r>
              <a:rPr lang="en"/>
              <a:t>Portal outcome reporting and audit trail</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Low-fidelity prototype covers all core screens: landing, verification, account summary, action selection, PTP, payment plan, confirmation, routed-to-agent</a:t>
            </a:r>
            <a:endParaRPr/>
          </a:p>
          <a:p>
            <a:pPr indent="-298450" lvl="0" marL="457200" rtl="0" algn="l">
              <a:spcBef>
                <a:spcPts val="0"/>
              </a:spcBef>
              <a:spcAft>
                <a:spcPts val="0"/>
              </a:spcAft>
              <a:buSzPts val="1100"/>
              <a:buChar char="-"/>
            </a:pPr>
            <a:r>
              <a:rPr lang="en"/>
              <a:t>Exception handling: failed verification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Key dependencies: legacy data accessibility, compliance sign-off on audit trail, agent workflow alignment for routed cases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0" name="Google Shape;650;p61"/>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Delivery readiness:</a:t>
            </a:r>
            <a:endParaRPr/>
          </a:p>
        </p:txBody>
      </p:sp>
      <p:sp>
        <p:nvSpPr>
          <p:cNvPr id="651" name="Google Shape;651;p61"/>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15 user stories across 5 epics</a:t>
            </a:r>
            <a:endParaRPr/>
          </a:p>
        </p:txBody>
      </p:sp>
      <p:sp>
        <p:nvSpPr>
          <p:cNvPr id="652" name="Google Shape;652;p61"/>
          <p:cNvSpPr/>
          <p:nvPr/>
        </p:nvSpPr>
        <p:spPr>
          <a:xfrm flipH="1" rot="-5400000">
            <a:off x="8850" y="543625"/>
            <a:ext cx="551700" cy="551700"/>
          </a:xfrm>
          <a:prstGeom prst="pie">
            <a:avLst>
              <a:gd fmla="val 931"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2"/>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58" name="Google Shape;658;p62"/>
          <p:cNvSpPr txBox="1"/>
          <p:nvPr>
            <p:ph idx="4" type="body"/>
          </p:nvPr>
        </p:nvSpPr>
        <p:spPr>
          <a:xfrm>
            <a:off x="286425" y="2475750"/>
            <a:ext cx="4290600" cy="1449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Risk 1: Agent adoption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Risk 2: Poor visibility over portal impact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Risk 3 Lack of structured evidence before Phase 2</a:t>
            </a:r>
            <a:endParaRPr/>
          </a:p>
        </p:txBody>
      </p:sp>
      <p:sp>
        <p:nvSpPr>
          <p:cNvPr id="659" name="Google Shape;659;p62"/>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Change risks and mitigations</a:t>
            </a:r>
            <a:r>
              <a:rPr lang="en"/>
              <a:t>:</a:t>
            </a:r>
            <a:endParaRPr/>
          </a:p>
        </p:txBody>
      </p:sp>
      <p:sp>
        <p:nvSpPr>
          <p:cNvPr id="660" name="Google Shape;660;p62"/>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ADKAR assessment</a:t>
            </a:r>
            <a:endParaRPr/>
          </a:p>
        </p:txBody>
      </p:sp>
      <p:sp>
        <p:nvSpPr>
          <p:cNvPr id="661" name="Google Shape;661;p62"/>
          <p:cNvSpPr/>
          <p:nvPr/>
        </p:nvSpPr>
        <p:spPr>
          <a:xfrm flipH="1" rot="-5400000">
            <a:off x="8850" y="380700"/>
            <a:ext cx="551700" cy="551700"/>
          </a:xfrm>
          <a:prstGeom prst="pie">
            <a:avLst>
              <a:gd fmla="val 931" name="adj1"/>
              <a:gd fmla="val 5408708"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3"/>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Legacy-Trust Bank</a:t>
            </a:r>
            <a:endParaRPr/>
          </a:p>
        </p:txBody>
      </p:sp>
      <p:sp>
        <p:nvSpPr>
          <p:cNvPr id="667" name="Google Shape;667;p63"/>
          <p:cNvSpPr txBox="1"/>
          <p:nvPr>
            <p:ph idx="4" type="body"/>
          </p:nvPr>
        </p:nvSpPr>
        <p:spPr>
          <a:xfrm>
            <a:off x="286425" y="2537720"/>
            <a:ext cx="4290600" cy="919200"/>
          </a:xfrm>
          <a:prstGeom prst="rect">
            <a:avLst/>
          </a:prstGeom>
        </p:spPr>
        <p:txBody>
          <a:bodyPr anchorCtr="0" anchor="t" bIns="91425" lIns="0" spcFirstLastPara="1" rIns="91425" wrap="square" tIns="91425">
            <a:noAutofit/>
          </a:bodyPr>
          <a:lstStyle/>
          <a:p>
            <a:pPr indent="-298450" lvl="0" marL="457200" rtl="0" algn="l">
              <a:spcBef>
                <a:spcPts val="0"/>
              </a:spcBef>
              <a:spcAft>
                <a:spcPts val="0"/>
              </a:spcAft>
              <a:buSzPts val="1100"/>
              <a:buChar char="-"/>
            </a:pPr>
            <a:r>
              <a:rPr lang="en"/>
              <a:t>Confirm</a:t>
            </a:r>
            <a:r>
              <a:rPr lang="en"/>
              <a:t> scope, unblock the three dependencies, and agree success metrics</a:t>
            </a:r>
            <a:endParaRPr/>
          </a:p>
          <a:p>
            <a:pPr indent="-298450" lvl="0" marL="457200" rtl="0" algn="l">
              <a:spcBef>
                <a:spcPts val="0"/>
              </a:spcBef>
              <a:spcAft>
                <a:spcPts val="0"/>
              </a:spcAft>
              <a:buSzPts val="1100"/>
              <a:buChar char="-"/>
            </a:pPr>
            <a:r>
              <a:rPr lang="en"/>
              <a:t>Next steps if approved: dependency confirmation within one week / backlog refinement with delivery team</a:t>
            </a:r>
            <a:endParaRPr/>
          </a:p>
        </p:txBody>
      </p:sp>
      <p:sp>
        <p:nvSpPr>
          <p:cNvPr id="668" name="Google Shape;668;p63"/>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Approval ask:</a:t>
            </a:r>
            <a:endParaRPr/>
          </a:p>
        </p:txBody>
      </p:sp>
      <p:sp>
        <p:nvSpPr>
          <p:cNvPr id="669" name="Google Shape;669;p63"/>
          <p:cNvSpPr txBox="1"/>
          <p:nvPr>
            <p:ph idx="5" type="title"/>
          </p:nvPr>
        </p:nvSpPr>
        <p:spPr>
          <a:xfrm>
            <a:off x="284700" y="1692899"/>
            <a:ext cx="5622600" cy="813900"/>
          </a:xfrm>
          <a:prstGeom prst="rect">
            <a:avLst/>
          </a:prstGeom>
        </p:spPr>
        <p:txBody>
          <a:bodyPr anchorCtr="0" anchor="t" bIns="0" lIns="0" spcFirstLastPara="1" rIns="91425" wrap="square" tIns="91425">
            <a:noAutofit/>
          </a:bodyPr>
          <a:lstStyle/>
          <a:p>
            <a:pPr indent="0" lvl="0" marL="0" rtl="0" algn="l">
              <a:spcBef>
                <a:spcPts val="0"/>
              </a:spcBef>
              <a:spcAft>
                <a:spcPts val="0"/>
              </a:spcAft>
              <a:buNone/>
            </a:pPr>
            <a:r>
              <a:rPr lang="en"/>
              <a:t>Approve Phase 1 Pilot Mobilisation</a:t>
            </a:r>
            <a:endParaRPr/>
          </a:p>
        </p:txBody>
      </p:sp>
      <p:sp>
        <p:nvSpPr>
          <p:cNvPr id="670" name="Google Shape;670;p63"/>
          <p:cNvSpPr/>
          <p:nvPr/>
        </p:nvSpPr>
        <p:spPr>
          <a:xfrm flipH="1" rot="-5400000">
            <a:off x="8850" y="543625"/>
            <a:ext cx="551700" cy="551700"/>
          </a:xfrm>
          <a:prstGeom prst="pie">
            <a:avLst>
              <a:gd fmla="val 931" name="adj1"/>
              <a:gd fmla="val 5408708"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64"/>
          <p:cNvSpPr/>
          <p:nvPr/>
        </p:nvSpPr>
        <p:spPr>
          <a:xfrm flipH="1">
            <a:off x="20" y="2692072"/>
            <a:ext cx="1709400" cy="16203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76" name="Google Shape;676;p64"/>
          <p:cNvSpPr/>
          <p:nvPr/>
        </p:nvSpPr>
        <p:spPr>
          <a:xfrm flipH="1" rot="5400000">
            <a:off x="851875" y="3504787"/>
            <a:ext cx="1625700" cy="16203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77" name="Google Shape;677;p64"/>
          <p:cNvSpPr/>
          <p:nvPr/>
        </p:nvSpPr>
        <p:spPr>
          <a:xfrm flipH="1" rot="-5400000">
            <a:off x="-125" y="3483026"/>
            <a:ext cx="1665300" cy="16653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678" name="Google Shape;678;p64"/>
          <p:cNvSpPr txBox="1"/>
          <p:nvPr>
            <p:ph type="title"/>
          </p:nvPr>
        </p:nvSpPr>
        <p:spPr>
          <a:xfrm>
            <a:off x="283475" y="1790498"/>
            <a:ext cx="3162600" cy="9051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An important lesson from similar projects in the past</a:t>
            </a:r>
            <a:endParaRPr/>
          </a:p>
        </p:txBody>
      </p:sp>
      <p:sp>
        <p:nvSpPr>
          <p:cNvPr id="679" name="Google Shape;679;p64"/>
          <p:cNvSpPr txBox="1"/>
          <p:nvPr>
            <p:ph idx="1" type="subTitle"/>
          </p:nvPr>
        </p:nvSpPr>
        <p:spPr>
          <a:xfrm>
            <a:off x="5052850" y="703626"/>
            <a:ext cx="1970400" cy="466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KEY LEARNING 1</a:t>
            </a:r>
            <a:endParaRPr/>
          </a:p>
        </p:txBody>
      </p:sp>
      <p:sp>
        <p:nvSpPr>
          <p:cNvPr id="680" name="Google Shape;680;p64"/>
          <p:cNvSpPr txBox="1"/>
          <p:nvPr>
            <p:ph idx="2" type="subTitle"/>
          </p:nvPr>
        </p:nvSpPr>
        <p:spPr>
          <a:xfrm>
            <a:off x="5052850" y="1447600"/>
            <a:ext cx="2403600" cy="547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Share something the team has learned from previous projects of comparable scope, topic, or deliverables.</a:t>
            </a:r>
            <a:endParaRPr/>
          </a:p>
        </p:txBody>
      </p:sp>
      <p:sp>
        <p:nvSpPr>
          <p:cNvPr id="681" name="Google Shape;681;p64"/>
          <p:cNvSpPr txBox="1"/>
          <p:nvPr>
            <p:ph idx="3" type="subTitle"/>
          </p:nvPr>
        </p:nvSpPr>
        <p:spPr>
          <a:xfrm>
            <a:off x="5052850" y="2006687"/>
            <a:ext cx="1970400" cy="466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KEY LEARNING 2</a:t>
            </a:r>
            <a:endParaRPr/>
          </a:p>
        </p:txBody>
      </p:sp>
      <p:sp>
        <p:nvSpPr>
          <p:cNvPr id="682" name="Google Shape;682;p64"/>
          <p:cNvSpPr txBox="1"/>
          <p:nvPr>
            <p:ph idx="4" type="subTitle"/>
          </p:nvPr>
        </p:nvSpPr>
        <p:spPr>
          <a:xfrm>
            <a:off x="5052850" y="2750650"/>
            <a:ext cx="2403600" cy="6465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You can mention processes, actions, or strategies you want to emulate in the current project — or avoid. </a:t>
            </a:r>
            <a:endParaRPr/>
          </a:p>
        </p:txBody>
      </p:sp>
      <p:sp>
        <p:nvSpPr>
          <p:cNvPr id="683" name="Google Shape;683;p64"/>
          <p:cNvSpPr txBox="1"/>
          <p:nvPr>
            <p:ph idx="5" type="subTitle"/>
          </p:nvPr>
        </p:nvSpPr>
        <p:spPr>
          <a:xfrm>
            <a:off x="5052850" y="3310695"/>
            <a:ext cx="1970400" cy="4668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KEY LEARNING 3</a:t>
            </a:r>
            <a:endParaRPr/>
          </a:p>
        </p:txBody>
      </p:sp>
      <p:sp>
        <p:nvSpPr>
          <p:cNvPr id="684" name="Google Shape;684;p64"/>
          <p:cNvSpPr txBox="1"/>
          <p:nvPr>
            <p:ph idx="6" type="subTitle"/>
          </p:nvPr>
        </p:nvSpPr>
        <p:spPr>
          <a:xfrm>
            <a:off x="5052850" y="4054675"/>
            <a:ext cx="2403600" cy="6465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Add as many items as you want. Make sure they are relevant to the project you’re about to undertake.</a:t>
            </a:r>
            <a:endParaRPr/>
          </a:p>
        </p:txBody>
      </p:sp>
      <p:sp>
        <p:nvSpPr>
          <p:cNvPr id="685" name="Google Shape;685;p64"/>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Company Name</a:t>
            </a:r>
            <a:endParaRPr/>
          </a:p>
        </p:txBody>
      </p:sp>
      <p:sp>
        <p:nvSpPr>
          <p:cNvPr id="686" name="Google Shape;686;p64"/>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Quarter</a:t>
            </a:r>
            <a:endParaRPr/>
          </a:p>
        </p:txBody>
      </p:sp>
      <p:sp>
        <p:nvSpPr>
          <p:cNvPr id="687" name="Google Shape;687;p64"/>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r>
              <a:rPr lang="en"/>
              <a:t>Month Year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65"/>
          <p:cNvSpPr txBox="1"/>
          <p:nvPr>
            <p:ph type="title"/>
          </p:nvPr>
        </p:nvSpPr>
        <p:spPr>
          <a:xfrm>
            <a:off x="283475" y="433737"/>
            <a:ext cx="4382400" cy="433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An important lesson from similar projects in the past</a:t>
            </a:r>
            <a:endParaRPr/>
          </a:p>
        </p:txBody>
      </p:sp>
      <p:sp>
        <p:nvSpPr>
          <p:cNvPr id="693" name="Google Shape;693;p65"/>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KEY LEARNING 1</a:t>
            </a:r>
            <a:endParaRPr/>
          </a:p>
        </p:txBody>
      </p:sp>
      <p:sp>
        <p:nvSpPr>
          <p:cNvPr id="694" name="Google Shape;694;p65"/>
          <p:cNvSpPr txBox="1"/>
          <p:nvPr>
            <p:ph idx="2" type="subTitle"/>
          </p:nvPr>
        </p:nvSpPr>
        <p:spPr>
          <a:xfrm>
            <a:off x="284700" y="3432410"/>
            <a:ext cx="1970400" cy="8004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Share something the team has learned from previous projects of comparable scope, topic, or deliverables.</a:t>
            </a:r>
            <a:endParaRPr/>
          </a:p>
        </p:txBody>
      </p:sp>
      <p:sp>
        <p:nvSpPr>
          <p:cNvPr id="695" name="Google Shape;695;p65"/>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KEY LEARNING 2</a:t>
            </a:r>
            <a:endParaRPr/>
          </a:p>
        </p:txBody>
      </p:sp>
      <p:sp>
        <p:nvSpPr>
          <p:cNvPr id="696" name="Google Shape;696;p65"/>
          <p:cNvSpPr txBox="1"/>
          <p:nvPr>
            <p:ph idx="4" type="subTitle"/>
          </p:nvPr>
        </p:nvSpPr>
        <p:spPr>
          <a:xfrm>
            <a:off x="2709924" y="3432410"/>
            <a:ext cx="1970400" cy="8004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You can mention processes, actions, or strategies you want to emulate in the current project — or avoid.</a:t>
            </a:r>
            <a:endParaRPr/>
          </a:p>
        </p:txBody>
      </p:sp>
      <p:sp>
        <p:nvSpPr>
          <p:cNvPr id="697" name="Google Shape;697;p65"/>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KEY LEARNING 3</a:t>
            </a:r>
            <a:endParaRPr/>
          </a:p>
        </p:txBody>
      </p:sp>
      <p:sp>
        <p:nvSpPr>
          <p:cNvPr id="698" name="Google Shape;698;p65"/>
          <p:cNvSpPr txBox="1"/>
          <p:nvPr>
            <p:ph idx="6" type="subTitle"/>
          </p:nvPr>
        </p:nvSpPr>
        <p:spPr>
          <a:xfrm>
            <a:off x="5135149" y="3432410"/>
            <a:ext cx="1970400" cy="8004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Add as many items as you want. Make sure they are relevant to the project you’re about to undertake.</a:t>
            </a:r>
            <a:endParaRPr/>
          </a:p>
        </p:txBody>
      </p:sp>
      <p:sp>
        <p:nvSpPr>
          <p:cNvPr id="699" name="Google Shape;699;p65"/>
          <p:cNvSpPr/>
          <p:nvPr/>
        </p:nvSpPr>
        <p:spPr>
          <a:xfrm flipH="1">
            <a:off x="281456" y="1603155"/>
            <a:ext cx="1021200" cy="9678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0" name="Google Shape;700;p65"/>
          <p:cNvSpPr/>
          <p:nvPr/>
        </p:nvSpPr>
        <p:spPr>
          <a:xfrm flipH="1" rot="5400000">
            <a:off x="790549" y="2088670"/>
            <a:ext cx="970800" cy="9678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1" name="Google Shape;701;p65"/>
          <p:cNvSpPr/>
          <p:nvPr/>
        </p:nvSpPr>
        <p:spPr>
          <a:xfrm flipH="1" rot="-5400000">
            <a:off x="281575" y="2075580"/>
            <a:ext cx="994800" cy="9948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2" name="Google Shape;702;p65"/>
          <p:cNvSpPr/>
          <p:nvPr/>
        </p:nvSpPr>
        <p:spPr>
          <a:xfrm rot="-5400000">
            <a:off x="2704941" y="2101713"/>
            <a:ext cx="996600" cy="944700"/>
          </a:xfrm>
          <a:prstGeom prst="pie">
            <a:avLst>
              <a:gd fmla="val 5914"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3" name="Google Shape;703;p65"/>
          <p:cNvSpPr/>
          <p:nvPr/>
        </p:nvSpPr>
        <p:spPr>
          <a:xfrm flipH="1">
            <a:off x="2712290" y="2075690"/>
            <a:ext cx="994800" cy="9948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4" name="Google Shape;704;p65"/>
          <p:cNvSpPr/>
          <p:nvPr/>
        </p:nvSpPr>
        <p:spPr>
          <a:xfrm flipH="1">
            <a:off x="5121277" y="1604890"/>
            <a:ext cx="1021200" cy="9678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5" name="Google Shape;705;p65"/>
          <p:cNvSpPr/>
          <p:nvPr/>
        </p:nvSpPr>
        <p:spPr>
          <a:xfrm flipH="1" rot="10800000">
            <a:off x="5147644" y="2090405"/>
            <a:ext cx="970800" cy="9678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6" name="Google Shape;706;p65"/>
          <p:cNvSpPr/>
          <p:nvPr/>
        </p:nvSpPr>
        <p:spPr>
          <a:xfrm rot="-5400000">
            <a:off x="5135275" y="2572655"/>
            <a:ext cx="994800" cy="9948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7" name="Google Shape;707;p65"/>
          <p:cNvSpPr/>
          <p:nvPr/>
        </p:nvSpPr>
        <p:spPr>
          <a:xfrm flipH="1" rot="5400000">
            <a:off x="3183472" y="2596747"/>
            <a:ext cx="996600" cy="944700"/>
          </a:xfrm>
          <a:prstGeom prst="pie">
            <a:avLst>
              <a:gd fmla="val 5914"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08" name="Google Shape;708;p65"/>
          <p:cNvSpPr txBox="1"/>
          <p:nvPr>
            <p:ph idx="7"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Company Name</a:t>
            </a:r>
            <a:endParaRPr/>
          </a:p>
        </p:txBody>
      </p:sp>
      <p:sp>
        <p:nvSpPr>
          <p:cNvPr id="709" name="Google Shape;709;p65"/>
          <p:cNvSpPr txBox="1"/>
          <p:nvPr>
            <p:ph idx="8" type="subTitle"/>
          </p:nvPr>
        </p:nvSpPr>
        <p:spPr>
          <a:xfrm>
            <a:off x="4223400" y="162300"/>
            <a:ext cx="17751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Quarter</a:t>
            </a:r>
            <a:endParaRPr/>
          </a:p>
        </p:txBody>
      </p:sp>
      <p:sp>
        <p:nvSpPr>
          <p:cNvPr id="710" name="Google Shape;710;p65"/>
          <p:cNvSpPr txBox="1"/>
          <p:nvPr>
            <p:ph idx="9" type="subTitle"/>
          </p:nvPr>
        </p:nvSpPr>
        <p:spPr>
          <a:xfrm>
            <a:off x="6571675" y="162300"/>
            <a:ext cx="2282400" cy="2184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r>
              <a:rPr lang="en"/>
              <a:t>Month Year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6"/>
          <p:cNvSpPr/>
          <p:nvPr/>
        </p:nvSpPr>
        <p:spPr>
          <a:xfrm>
            <a:off x="284700" y="3098090"/>
            <a:ext cx="1579200" cy="3579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Resource name</a:t>
            </a:r>
            <a:endParaRPr sz="1000">
              <a:solidFill>
                <a:schemeClr val="lt1"/>
              </a:solidFill>
              <a:latin typeface="Poppins SemiBold"/>
              <a:ea typeface="Poppins SemiBold"/>
              <a:cs typeface="Poppins SemiBold"/>
              <a:sym typeface="Poppins SemiBold"/>
            </a:endParaRPr>
          </a:p>
        </p:txBody>
      </p:sp>
      <p:sp>
        <p:nvSpPr>
          <p:cNvPr id="716" name="Google Shape;716;p66"/>
          <p:cNvSpPr/>
          <p:nvPr/>
        </p:nvSpPr>
        <p:spPr>
          <a:xfrm>
            <a:off x="2160325" y="3076943"/>
            <a:ext cx="1579200" cy="3579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oppins SemiBold"/>
                <a:ea typeface="Poppins SemiBold"/>
                <a:cs typeface="Poppins SemiBold"/>
                <a:sym typeface="Poppins SemiBold"/>
              </a:rPr>
              <a:t>Resource name</a:t>
            </a:r>
            <a:endParaRPr sz="1000">
              <a:solidFill>
                <a:schemeClr val="dk1"/>
              </a:solidFill>
              <a:latin typeface="Poppins SemiBold"/>
              <a:ea typeface="Poppins SemiBold"/>
              <a:cs typeface="Poppins SemiBold"/>
              <a:sym typeface="Poppins SemiBold"/>
            </a:endParaRPr>
          </a:p>
        </p:txBody>
      </p:sp>
      <p:sp>
        <p:nvSpPr>
          <p:cNvPr id="717" name="Google Shape;717;p66"/>
          <p:cNvSpPr/>
          <p:nvPr/>
        </p:nvSpPr>
        <p:spPr>
          <a:xfrm>
            <a:off x="5911575" y="3076943"/>
            <a:ext cx="1579200" cy="357900"/>
          </a:xfrm>
          <a:prstGeom prst="roundRect">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oppins SemiBold"/>
                <a:ea typeface="Poppins SemiBold"/>
                <a:cs typeface="Poppins SemiBold"/>
                <a:sym typeface="Poppins SemiBold"/>
              </a:rPr>
              <a:t>Resource name</a:t>
            </a:r>
            <a:endParaRPr sz="1000">
              <a:solidFill>
                <a:schemeClr val="dk1"/>
              </a:solidFill>
              <a:latin typeface="Poppins SemiBold"/>
              <a:ea typeface="Poppins SemiBold"/>
              <a:cs typeface="Poppins SemiBold"/>
              <a:sym typeface="Poppins SemiBold"/>
            </a:endParaRPr>
          </a:p>
        </p:txBody>
      </p:sp>
      <p:sp>
        <p:nvSpPr>
          <p:cNvPr id="718" name="Google Shape;718;p66"/>
          <p:cNvSpPr/>
          <p:nvPr/>
        </p:nvSpPr>
        <p:spPr>
          <a:xfrm>
            <a:off x="4035950" y="3076943"/>
            <a:ext cx="1579200" cy="3579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Poppins SemiBold"/>
                <a:ea typeface="Poppins SemiBold"/>
                <a:cs typeface="Poppins SemiBold"/>
                <a:sym typeface="Poppins SemiBold"/>
              </a:rPr>
              <a:t>Resource name</a:t>
            </a:r>
            <a:endParaRPr sz="1000">
              <a:solidFill>
                <a:schemeClr val="lt1"/>
              </a:solidFill>
              <a:latin typeface="Poppins SemiBold"/>
              <a:ea typeface="Poppins SemiBold"/>
              <a:cs typeface="Poppins SemiBold"/>
              <a:sym typeface="Poppins SemiBold"/>
            </a:endParaRPr>
          </a:p>
        </p:txBody>
      </p:sp>
      <p:sp>
        <p:nvSpPr>
          <p:cNvPr id="719" name="Google Shape;719;p66"/>
          <p:cNvSpPr txBox="1"/>
          <p:nvPr>
            <p:ph idx="1" type="body"/>
          </p:nvPr>
        </p:nvSpPr>
        <p:spPr>
          <a:xfrm>
            <a:off x="379650" y="3500000"/>
            <a:ext cx="1389300" cy="919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Briefly describe the resource and why it’s useful. Then link to it. </a:t>
            </a:r>
            <a:endParaRPr/>
          </a:p>
        </p:txBody>
      </p:sp>
      <p:sp>
        <p:nvSpPr>
          <p:cNvPr id="720" name="Google Shape;720;p66"/>
          <p:cNvSpPr txBox="1"/>
          <p:nvPr>
            <p:ph idx="2" type="body"/>
          </p:nvPr>
        </p:nvSpPr>
        <p:spPr>
          <a:xfrm>
            <a:off x="2255275" y="3500000"/>
            <a:ext cx="1389300" cy="919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Briefly describe the resource and why it’s useful. Then link to it. </a:t>
            </a:r>
            <a:endParaRPr/>
          </a:p>
        </p:txBody>
      </p:sp>
      <p:sp>
        <p:nvSpPr>
          <p:cNvPr id="721" name="Google Shape;721;p66"/>
          <p:cNvSpPr txBox="1"/>
          <p:nvPr>
            <p:ph idx="3" type="body"/>
          </p:nvPr>
        </p:nvSpPr>
        <p:spPr>
          <a:xfrm>
            <a:off x="4130900" y="3500000"/>
            <a:ext cx="1389300" cy="919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Briefly describe the resource and why it’s useful. Then link to it. </a:t>
            </a:r>
            <a:endParaRPr/>
          </a:p>
        </p:txBody>
      </p:sp>
      <p:sp>
        <p:nvSpPr>
          <p:cNvPr id="722" name="Google Shape;722;p66"/>
          <p:cNvSpPr txBox="1"/>
          <p:nvPr>
            <p:ph idx="4" type="body"/>
          </p:nvPr>
        </p:nvSpPr>
        <p:spPr>
          <a:xfrm>
            <a:off x="6006525" y="3500000"/>
            <a:ext cx="1389300" cy="919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Briefly describe the resource and why it’s useful. Then link to it. </a:t>
            </a:r>
            <a:endParaRPr/>
          </a:p>
        </p:txBody>
      </p:sp>
      <p:sp>
        <p:nvSpPr>
          <p:cNvPr id="723" name="Google Shape;723;p66"/>
          <p:cNvSpPr txBox="1"/>
          <p:nvPr>
            <p:ph type="title"/>
          </p:nvPr>
        </p:nvSpPr>
        <p:spPr>
          <a:xfrm>
            <a:off x="308784" y="1188147"/>
            <a:ext cx="72060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Tools and resources</a:t>
            </a:r>
            <a:endParaRPr/>
          </a:p>
        </p:txBody>
      </p:sp>
      <p:sp>
        <p:nvSpPr>
          <p:cNvPr id="724" name="Google Shape;724;p66"/>
          <p:cNvSpPr txBox="1"/>
          <p:nvPr>
            <p:ph idx="5" type="subTitle"/>
          </p:nvPr>
        </p:nvSpPr>
        <p:spPr>
          <a:xfrm>
            <a:off x="308784" y="1922075"/>
            <a:ext cx="7206000" cy="510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Give the team everything they need to get started. Share external decks, briefs, style guides, guidelines, and other tools and resources below. </a:t>
            </a:r>
            <a:endParaRPr/>
          </a:p>
        </p:txBody>
      </p:sp>
      <p:sp>
        <p:nvSpPr>
          <p:cNvPr id="725" name="Google Shape;725;p66"/>
          <p:cNvSpPr txBox="1"/>
          <p:nvPr>
            <p:ph idx="6"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Company Name</a:t>
            </a:r>
            <a:endParaRPr/>
          </a:p>
        </p:txBody>
      </p:sp>
      <p:sp>
        <p:nvSpPr>
          <p:cNvPr id="726" name="Google Shape;726;p66"/>
          <p:cNvSpPr txBox="1"/>
          <p:nvPr>
            <p:ph idx="7" type="subTitle"/>
          </p:nvPr>
        </p:nvSpPr>
        <p:spPr>
          <a:xfrm>
            <a:off x="4223400" y="162300"/>
            <a:ext cx="17751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Quarter</a:t>
            </a:r>
            <a:endParaRPr/>
          </a:p>
        </p:txBody>
      </p:sp>
      <p:sp>
        <p:nvSpPr>
          <p:cNvPr id="727" name="Google Shape;727;p66"/>
          <p:cNvSpPr txBox="1"/>
          <p:nvPr>
            <p:ph idx="8" type="subTitle"/>
          </p:nvPr>
        </p:nvSpPr>
        <p:spPr>
          <a:xfrm>
            <a:off x="6571675" y="162300"/>
            <a:ext cx="2282400" cy="2184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r>
              <a:rPr lang="en"/>
              <a:t>Month Year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67"/>
          <p:cNvSpPr txBox="1"/>
          <p:nvPr>
            <p:ph type="title"/>
          </p:nvPr>
        </p:nvSpPr>
        <p:spPr>
          <a:xfrm>
            <a:off x="4665825" y="1253625"/>
            <a:ext cx="4193400" cy="1108200"/>
          </a:xfrm>
          <a:prstGeom prst="rect">
            <a:avLst/>
          </a:prstGeom>
        </p:spPr>
        <p:txBody>
          <a:bodyPr anchorCtr="0" anchor="t" bIns="0" lIns="0" spcFirstLastPara="1" rIns="91425" wrap="square" tIns="0">
            <a:spAutoFit/>
          </a:bodyPr>
          <a:lstStyle/>
          <a:p>
            <a:pPr indent="0" lvl="0" marL="0" rtl="0" algn="l">
              <a:spcBef>
                <a:spcPts val="0"/>
              </a:spcBef>
              <a:spcAft>
                <a:spcPts val="0"/>
              </a:spcAft>
              <a:buNone/>
            </a:pPr>
            <a:r>
              <a:rPr lang="en"/>
              <a:t>Next</a:t>
            </a:r>
            <a:endParaRPr/>
          </a:p>
          <a:p>
            <a:pPr indent="0" lvl="0" marL="0" rtl="0" algn="l">
              <a:spcBef>
                <a:spcPts val="0"/>
              </a:spcBef>
              <a:spcAft>
                <a:spcPts val="0"/>
              </a:spcAft>
              <a:buNone/>
            </a:pPr>
            <a:r>
              <a:rPr lang="en"/>
              <a:t>s</a:t>
            </a:r>
            <a:r>
              <a:rPr lang="en"/>
              <a:t>teps</a:t>
            </a:r>
            <a:endParaRPr/>
          </a:p>
        </p:txBody>
      </p:sp>
      <p:sp>
        <p:nvSpPr>
          <p:cNvPr id="733" name="Google Shape;733;p67"/>
          <p:cNvSpPr txBox="1"/>
          <p:nvPr>
            <p:ph idx="9"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Company Name</a:t>
            </a:r>
            <a:endParaRPr/>
          </a:p>
        </p:txBody>
      </p:sp>
      <p:sp>
        <p:nvSpPr>
          <p:cNvPr id="734" name="Google Shape;734;p67"/>
          <p:cNvSpPr txBox="1"/>
          <p:nvPr>
            <p:ph idx="13" type="subTitle"/>
          </p:nvPr>
        </p:nvSpPr>
        <p:spPr>
          <a:xfrm>
            <a:off x="4223400" y="162300"/>
            <a:ext cx="17751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Quarter</a:t>
            </a:r>
            <a:endParaRPr/>
          </a:p>
        </p:txBody>
      </p:sp>
      <p:sp>
        <p:nvSpPr>
          <p:cNvPr id="735" name="Google Shape;735;p67"/>
          <p:cNvSpPr txBox="1"/>
          <p:nvPr>
            <p:ph idx="14" type="subTitle"/>
          </p:nvPr>
        </p:nvSpPr>
        <p:spPr>
          <a:xfrm>
            <a:off x="6571675" y="162300"/>
            <a:ext cx="2282400" cy="2184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r>
              <a:rPr lang="en"/>
              <a:t>Month Year</a:t>
            </a:r>
            <a:endParaRPr/>
          </a:p>
        </p:txBody>
      </p:sp>
      <p:sp>
        <p:nvSpPr>
          <p:cNvPr id="736" name="Google Shape;736;p67"/>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02.</a:t>
            </a:r>
            <a:endParaRPr/>
          </a:p>
        </p:txBody>
      </p:sp>
      <p:sp>
        <p:nvSpPr>
          <p:cNvPr id="737" name="Google Shape;737;p67"/>
          <p:cNvSpPr txBox="1"/>
          <p:nvPr>
            <p:ph idx="2" type="body"/>
          </p:nvPr>
        </p:nvSpPr>
        <p:spPr>
          <a:xfrm>
            <a:off x="283925" y="3561603"/>
            <a:ext cx="1823400" cy="5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01.</a:t>
            </a:r>
            <a:endParaRPr/>
          </a:p>
        </p:txBody>
      </p:sp>
      <p:sp>
        <p:nvSpPr>
          <p:cNvPr id="738" name="Google Shape;738;p67"/>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03.</a:t>
            </a:r>
            <a:endParaRPr/>
          </a:p>
        </p:txBody>
      </p:sp>
      <p:sp>
        <p:nvSpPr>
          <p:cNvPr id="739" name="Google Shape;739;p67"/>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04.</a:t>
            </a:r>
            <a:endParaRPr/>
          </a:p>
        </p:txBody>
      </p:sp>
      <p:sp>
        <p:nvSpPr>
          <p:cNvPr id="740" name="Google Shape;740;p67"/>
          <p:cNvSpPr txBox="1"/>
          <p:nvPr>
            <p:ph idx="5" type="body"/>
          </p:nvPr>
        </p:nvSpPr>
        <p:spPr>
          <a:xfrm>
            <a:off x="283925" y="4183328"/>
            <a:ext cx="1823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Describe an upcoming step or deadline in your project.</a:t>
            </a:r>
            <a:endParaRPr/>
          </a:p>
        </p:txBody>
      </p:sp>
      <p:sp>
        <p:nvSpPr>
          <p:cNvPr id="741" name="Google Shape;741;p67"/>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These can include meetings, deliverables, check-ins, etc.</a:t>
            </a:r>
            <a:endParaRPr/>
          </a:p>
        </p:txBody>
      </p:sp>
      <p:sp>
        <p:nvSpPr>
          <p:cNvPr id="742" name="Google Shape;742;p67"/>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Use this slide for short-term or immediate steps and deadlines. </a:t>
            </a:r>
            <a:endParaRPr/>
          </a:p>
        </p:txBody>
      </p:sp>
      <p:sp>
        <p:nvSpPr>
          <p:cNvPr id="743" name="Google Shape;743;p67"/>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Use the charts in the previous slides for your full project calendar.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8"/>
          <p:cNvSpPr txBox="1"/>
          <p:nvPr>
            <p:ph type="title"/>
          </p:nvPr>
        </p:nvSpPr>
        <p:spPr>
          <a:xfrm>
            <a:off x="284700" y="229302"/>
            <a:ext cx="4287300" cy="3069600"/>
          </a:xfrm>
          <a:prstGeom prst="rect">
            <a:avLst/>
          </a:prstGeom>
        </p:spPr>
        <p:txBody>
          <a:bodyPr anchorCtr="0" anchor="b" bIns="0" lIns="0" spcFirstLastPara="1" rIns="91425" wrap="square" tIns="0">
            <a:noAutofit/>
          </a:bodyPr>
          <a:lstStyle/>
          <a:p>
            <a:pPr indent="0" lvl="0" marL="0" rtl="0" algn="l">
              <a:spcBef>
                <a:spcPts val="0"/>
              </a:spcBef>
              <a:spcAft>
                <a:spcPts val="0"/>
              </a:spcAft>
              <a:buNone/>
            </a:pPr>
            <a:r>
              <a:rPr lang="en"/>
              <a:t>Any questions? Ask away!</a:t>
            </a:r>
            <a:endParaRPr/>
          </a:p>
        </p:txBody>
      </p:sp>
      <p:sp>
        <p:nvSpPr>
          <p:cNvPr id="749" name="Google Shape;749;p68"/>
          <p:cNvSpPr txBox="1"/>
          <p:nvPr>
            <p:ph idx="1" type="subTitle"/>
          </p:nvPr>
        </p:nvSpPr>
        <p:spPr>
          <a:xfrm>
            <a:off x="284700" y="3566350"/>
            <a:ext cx="4557300" cy="1227300"/>
          </a:xfrm>
          <a:prstGeom prst="rect">
            <a:avLst/>
          </a:prstGeom>
        </p:spPr>
        <p:txBody>
          <a:bodyPr anchorCtr="0" anchor="t" bIns="91425" lIns="0" spcFirstLastPara="1" rIns="91425" wrap="square" tIns="91425">
            <a:normAutofit/>
          </a:bodyPr>
          <a:lstStyle/>
          <a:p>
            <a:pPr indent="0" lvl="0" marL="0" rtl="0" algn="l">
              <a:spcBef>
                <a:spcPts val="0"/>
              </a:spcBef>
              <a:spcAft>
                <a:spcPts val="0"/>
              </a:spcAft>
              <a:buNone/>
            </a:pPr>
            <a:r>
              <a:rPr lang="en"/>
              <a:t>Give your audience space to resolve doubts or concerns. Open up the discussion before ending the meeting.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9"/>
          <p:cNvSpPr txBox="1"/>
          <p:nvPr>
            <p:ph type="title"/>
          </p:nvPr>
        </p:nvSpPr>
        <p:spPr>
          <a:xfrm>
            <a:off x="283475" y="1096954"/>
            <a:ext cx="8575800" cy="2757600"/>
          </a:xfrm>
          <a:prstGeom prst="rect">
            <a:avLst/>
          </a:prstGeom>
        </p:spPr>
        <p:txBody>
          <a:bodyPr anchorCtr="0" anchor="ctr" bIns="0" lIns="0" spcFirstLastPara="1" rIns="91425" wrap="square" tIns="0">
            <a:noAutofit/>
          </a:bodyPr>
          <a:lstStyle/>
          <a:p>
            <a:pPr indent="0" lvl="0" marL="0" rtl="0" algn="ctr">
              <a:spcBef>
                <a:spcPts val="0"/>
              </a:spcBef>
              <a:spcAft>
                <a:spcPts val="0"/>
              </a:spcAft>
              <a:buNone/>
            </a:pPr>
            <a:r>
              <a:rPr lang="en"/>
              <a:t>Thank you</a:t>
            </a:r>
            <a:endParaRPr/>
          </a:p>
        </p:txBody>
      </p:sp>
      <p:sp>
        <p:nvSpPr>
          <p:cNvPr id="755" name="Google Shape;755;p69"/>
          <p:cNvSpPr txBox="1"/>
          <p:nvPr>
            <p:ph idx="1" type="subTitle"/>
          </p:nvPr>
        </p:nvSpPr>
        <p:spPr>
          <a:xfrm>
            <a:off x="289900" y="162300"/>
            <a:ext cx="21147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Company Name</a:t>
            </a:r>
            <a:endParaRPr/>
          </a:p>
        </p:txBody>
      </p:sp>
      <p:sp>
        <p:nvSpPr>
          <p:cNvPr id="756" name="Google Shape;756;p69"/>
          <p:cNvSpPr txBox="1"/>
          <p:nvPr>
            <p:ph idx="2" type="subTitle"/>
          </p:nvPr>
        </p:nvSpPr>
        <p:spPr>
          <a:xfrm>
            <a:off x="4223400" y="162300"/>
            <a:ext cx="1775100" cy="2184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Quarter</a:t>
            </a:r>
            <a:endParaRPr/>
          </a:p>
        </p:txBody>
      </p:sp>
      <p:sp>
        <p:nvSpPr>
          <p:cNvPr id="757" name="Google Shape;757;p69"/>
          <p:cNvSpPr txBox="1"/>
          <p:nvPr>
            <p:ph idx="3" type="subTitle"/>
          </p:nvPr>
        </p:nvSpPr>
        <p:spPr>
          <a:xfrm>
            <a:off x="6571675" y="162300"/>
            <a:ext cx="2282400" cy="218400"/>
          </a:xfrm>
          <a:prstGeom prst="rect">
            <a:avLst/>
          </a:prstGeom>
        </p:spPr>
        <p:txBody>
          <a:bodyPr anchorCtr="0" anchor="ctr" bIns="0" lIns="0" spcFirstLastPara="1" rIns="0" wrap="square" tIns="0">
            <a:normAutofit/>
          </a:bodyPr>
          <a:lstStyle/>
          <a:p>
            <a:pPr indent="0" lvl="0" marL="0" rtl="0" algn="r">
              <a:spcBef>
                <a:spcPts val="0"/>
              </a:spcBef>
              <a:spcAft>
                <a:spcPts val="0"/>
              </a:spcAft>
              <a:buNone/>
            </a:pPr>
            <a:r>
              <a:rPr lang="en"/>
              <a:t>Month Year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 Project timeline/workflow presentation [Style 1] ">
  <a:themeElements>
    <a:clrScheme name="Google Colours">
      <a:dk1>
        <a:srgbClr val="292D3E"/>
      </a:dk1>
      <a:lt1>
        <a:srgbClr val="FFFFFF"/>
      </a:lt1>
      <a:dk2>
        <a:srgbClr val="F1F2DF"/>
      </a:dk2>
      <a:lt2>
        <a:srgbClr val="666666"/>
      </a:lt2>
      <a:accent1>
        <a:srgbClr val="6D31FD"/>
      </a:accent1>
      <a:accent2>
        <a:srgbClr val="066B6B"/>
      </a:accent2>
      <a:accent3>
        <a:srgbClr val="FFDF5F"/>
      </a:accent3>
      <a:accent4>
        <a:srgbClr val="8289FF"/>
      </a:accent4>
      <a:accent5>
        <a:srgbClr val="FF8127"/>
      </a:accent5>
      <a:accent6>
        <a:srgbClr val="CAF38D"/>
      </a:accent6>
      <a:hlink>
        <a:srgbClr val="8289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